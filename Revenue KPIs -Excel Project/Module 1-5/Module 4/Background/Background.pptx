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395" r:id="rId2"/>
    <p:sldId id="406" r:id="rId3"/>
    <p:sldId id="401" r:id="rId4"/>
    <p:sldId id="402" r:id="rId5"/>
    <p:sldId id="400" r:id="rId6"/>
    <p:sldId id="398" r:id="rId7"/>
    <p:sldId id="403" r:id="rId8"/>
    <p:sldId id="404" r:id="rId9"/>
    <p:sldId id="405" r:id="rId10"/>
    <p:sldId id="397" r:id="rId11"/>
    <p:sldId id="392" r:id="rId12"/>
    <p:sldId id="288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Malschitzky" initials="VM" lastIdx="15" clrIdx="0">
    <p:extLst>
      <p:ext uri="{19B8F6BF-5375-455C-9EA6-DF929625EA0E}">
        <p15:presenceInfo xmlns:p15="http://schemas.microsoft.com/office/powerpoint/2012/main" userId="8cc8eb146c14c0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4E2B"/>
    <a:srgbClr val="02C3A8"/>
    <a:srgbClr val="363758"/>
    <a:srgbClr val="2E2E48"/>
    <a:srgbClr val="B8B0DC"/>
    <a:srgbClr val="2F3239"/>
    <a:srgbClr val="181C1F"/>
    <a:srgbClr val="22252C"/>
    <a:srgbClr val="F6F6FE"/>
    <a:srgbClr val="8C4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B14C1-1437-44AD-BAE1-3E731CD8F629}" v="5" dt="2023-05-04T18:19:20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Seraj" userId="8b49f1d5b31f8eb3" providerId="LiveId" clId="{608B14C1-1437-44AD-BAE1-3E731CD8F629}"/>
    <pc:docChg chg="undo custSel addSld modSld">
      <pc:chgData name="Mahmoud Seraj" userId="8b49f1d5b31f8eb3" providerId="LiveId" clId="{608B14C1-1437-44AD-BAE1-3E731CD8F629}" dt="2023-05-04T18:19:56.584" v="63" actId="1076"/>
      <pc:docMkLst>
        <pc:docMk/>
      </pc:docMkLst>
      <pc:sldChg chg="modSp mod">
        <pc:chgData name="Mahmoud Seraj" userId="8b49f1d5b31f8eb3" providerId="LiveId" clId="{608B14C1-1437-44AD-BAE1-3E731CD8F629}" dt="2023-05-04T18:19:56.584" v="63" actId="1076"/>
        <pc:sldMkLst>
          <pc:docMk/>
          <pc:sldMk cId="2950035362" sldId="395"/>
        </pc:sldMkLst>
        <pc:spChg chg="mod">
          <ac:chgData name="Mahmoud Seraj" userId="8b49f1d5b31f8eb3" providerId="LiveId" clId="{608B14C1-1437-44AD-BAE1-3E731CD8F629}" dt="2023-05-04T18:19:56.135" v="62" actId="1076"/>
          <ac:spMkLst>
            <pc:docMk/>
            <pc:sldMk cId="2950035362" sldId="395"/>
            <ac:spMk id="8" creationId="{3B84911E-01C9-49B8-9715-660C95399B42}"/>
          </ac:spMkLst>
        </pc:spChg>
        <pc:spChg chg="mod">
          <ac:chgData name="Mahmoud Seraj" userId="8b49f1d5b31f8eb3" providerId="LiveId" clId="{608B14C1-1437-44AD-BAE1-3E731CD8F629}" dt="2023-05-04T18:19:55.829" v="60" actId="1076"/>
          <ac:spMkLst>
            <pc:docMk/>
            <pc:sldMk cId="2950035362" sldId="395"/>
            <ac:spMk id="9" creationId="{3C2DBC4B-B069-446E-AFCC-20D6C1A20FA4}"/>
          </ac:spMkLst>
        </pc:spChg>
        <pc:spChg chg="mod">
          <ac:chgData name="Mahmoud Seraj" userId="8b49f1d5b31f8eb3" providerId="LiveId" clId="{608B14C1-1437-44AD-BAE1-3E731CD8F629}" dt="2023-05-04T18:19:55.987" v="61" actId="1076"/>
          <ac:spMkLst>
            <pc:docMk/>
            <pc:sldMk cId="2950035362" sldId="395"/>
            <ac:spMk id="10" creationId="{BFA29BF8-8D3D-4DA2-B471-07B5BFC0BE3E}"/>
          </ac:spMkLst>
        </pc:spChg>
        <pc:spChg chg="mod">
          <ac:chgData name="Mahmoud Seraj" userId="8b49f1d5b31f8eb3" providerId="LiveId" clId="{608B14C1-1437-44AD-BAE1-3E731CD8F629}" dt="2023-05-04T18:19:54.647" v="54" actId="1076"/>
          <ac:spMkLst>
            <pc:docMk/>
            <pc:sldMk cId="2950035362" sldId="395"/>
            <ac:spMk id="26" creationId="{7B7832DD-942C-4709-B33C-77AC5DA720A5}"/>
          </ac:spMkLst>
        </pc:spChg>
        <pc:spChg chg="mod">
          <ac:chgData name="Mahmoud Seraj" userId="8b49f1d5b31f8eb3" providerId="LiveId" clId="{608B14C1-1437-44AD-BAE1-3E731CD8F629}" dt="2023-05-04T18:19:54.345" v="52" actId="1076"/>
          <ac:spMkLst>
            <pc:docMk/>
            <pc:sldMk cId="2950035362" sldId="395"/>
            <ac:spMk id="27" creationId="{C29D170A-7E8F-4BB0-BC9F-5B0DDFC48210}"/>
          </ac:spMkLst>
        </pc:spChg>
        <pc:spChg chg="mod">
          <ac:chgData name="Mahmoud Seraj" userId="8b49f1d5b31f8eb3" providerId="LiveId" clId="{608B14C1-1437-44AD-BAE1-3E731CD8F629}" dt="2023-05-04T18:19:55.536" v="58" actId="1076"/>
          <ac:spMkLst>
            <pc:docMk/>
            <pc:sldMk cId="2950035362" sldId="395"/>
            <ac:spMk id="28" creationId="{0AD5EC19-BBA2-4973-A4E8-1D2AB927384A}"/>
          </ac:spMkLst>
        </pc:spChg>
        <pc:spChg chg="mod">
          <ac:chgData name="Mahmoud Seraj" userId="8b49f1d5b31f8eb3" providerId="LiveId" clId="{608B14C1-1437-44AD-BAE1-3E731CD8F629}" dt="2023-05-04T18:19:55.286" v="57" actId="1076"/>
          <ac:spMkLst>
            <pc:docMk/>
            <pc:sldMk cId="2950035362" sldId="395"/>
            <ac:spMk id="30" creationId="{49FE1196-0647-43B8-9D30-A7D830FC01BA}"/>
          </ac:spMkLst>
        </pc:spChg>
        <pc:spChg chg="mod">
          <ac:chgData name="Mahmoud Seraj" userId="8b49f1d5b31f8eb3" providerId="LiveId" clId="{608B14C1-1437-44AD-BAE1-3E731CD8F629}" dt="2023-05-04T18:19:54.471" v="53" actId="1076"/>
          <ac:spMkLst>
            <pc:docMk/>
            <pc:sldMk cId="2950035362" sldId="395"/>
            <ac:spMk id="32" creationId="{4AB1C8B1-57AF-4369-8D08-7EE28EE9684B}"/>
          </ac:spMkLst>
        </pc:spChg>
        <pc:spChg chg="mod">
          <ac:chgData name="Mahmoud Seraj" userId="8b49f1d5b31f8eb3" providerId="LiveId" clId="{608B14C1-1437-44AD-BAE1-3E731CD8F629}" dt="2023-05-04T18:19:54.819" v="55" actId="1076"/>
          <ac:spMkLst>
            <pc:docMk/>
            <pc:sldMk cId="2950035362" sldId="395"/>
            <ac:spMk id="33" creationId="{360E21D8-6ECE-44F0-8069-4DB1FB6435DC}"/>
          </ac:spMkLst>
        </pc:spChg>
        <pc:spChg chg="mod">
          <ac:chgData name="Mahmoud Seraj" userId="8b49f1d5b31f8eb3" providerId="LiveId" clId="{608B14C1-1437-44AD-BAE1-3E731CD8F629}" dt="2023-05-04T18:19:56.584" v="63" actId="1076"/>
          <ac:spMkLst>
            <pc:docMk/>
            <pc:sldMk cId="2950035362" sldId="395"/>
            <ac:spMk id="40" creationId="{14A6721E-BB62-4CDA-B443-4A6A00CC9BED}"/>
          </ac:spMkLst>
        </pc:spChg>
        <pc:spChg chg="mod">
          <ac:chgData name="Mahmoud Seraj" userId="8b49f1d5b31f8eb3" providerId="LiveId" clId="{608B14C1-1437-44AD-BAE1-3E731CD8F629}" dt="2023-05-04T18:19:55.705" v="59" actId="1076"/>
          <ac:spMkLst>
            <pc:docMk/>
            <pc:sldMk cId="2950035362" sldId="395"/>
            <ac:spMk id="44" creationId="{7AD156D6-212A-4A03-B4D1-53076B4264B4}"/>
          </ac:spMkLst>
        </pc:spChg>
        <pc:picChg chg="mod">
          <ac:chgData name="Mahmoud Seraj" userId="8b49f1d5b31f8eb3" providerId="LiveId" clId="{608B14C1-1437-44AD-BAE1-3E731CD8F629}" dt="2023-05-04T18:19:55.057" v="56" actId="1076"/>
          <ac:picMkLst>
            <pc:docMk/>
            <pc:sldMk cId="2950035362" sldId="395"/>
            <ac:picMk id="22" creationId="{0183D529-CFF8-4FA5-92EE-94E895DD0690}"/>
          </ac:picMkLst>
        </pc:picChg>
        <pc:picChg chg="mod">
          <ac:chgData name="Mahmoud Seraj" userId="8b49f1d5b31f8eb3" providerId="LiveId" clId="{608B14C1-1437-44AD-BAE1-3E731CD8F629}" dt="2023-05-04T18:19:54.016" v="50" actId="1076"/>
          <ac:picMkLst>
            <pc:docMk/>
            <pc:sldMk cId="2950035362" sldId="395"/>
            <ac:picMk id="35" creationId="{A4C08A55-25D2-46ED-9F79-0DA54B9D0EEE}"/>
          </ac:picMkLst>
        </pc:picChg>
        <pc:picChg chg="mod">
          <ac:chgData name="Mahmoud Seraj" userId="8b49f1d5b31f8eb3" providerId="LiveId" clId="{608B14C1-1437-44AD-BAE1-3E731CD8F629}" dt="2023-05-04T18:19:54.193" v="51" actId="1076"/>
          <ac:picMkLst>
            <pc:docMk/>
            <pc:sldMk cId="2950035362" sldId="395"/>
            <ac:picMk id="37" creationId="{EC15CC85-19A4-4318-903F-6711D24CEDD0}"/>
          </ac:picMkLst>
        </pc:picChg>
      </pc:sldChg>
      <pc:sldChg chg="addSp delSp modSp new mod modClrScheme chgLayout">
        <pc:chgData name="Mahmoud Seraj" userId="8b49f1d5b31f8eb3" providerId="LiveId" clId="{608B14C1-1437-44AD-BAE1-3E731CD8F629}" dt="2023-05-04T18:19:27.455" v="35" actId="1076"/>
        <pc:sldMkLst>
          <pc:docMk/>
          <pc:sldMk cId="1955573831" sldId="406"/>
        </pc:sldMkLst>
        <pc:spChg chg="del">
          <ac:chgData name="Mahmoud Seraj" userId="8b49f1d5b31f8eb3" providerId="LiveId" clId="{608B14C1-1437-44AD-BAE1-3E731CD8F629}" dt="2023-05-04T18:17:32.482" v="1" actId="700"/>
          <ac:spMkLst>
            <pc:docMk/>
            <pc:sldMk cId="1955573831" sldId="406"/>
            <ac:spMk id="2" creationId="{92AD9E33-DFB9-9A8A-B759-7625A19B249C}"/>
          </ac:spMkLst>
        </pc:spChg>
        <pc:spChg chg="del">
          <ac:chgData name="Mahmoud Seraj" userId="8b49f1d5b31f8eb3" providerId="LiveId" clId="{608B14C1-1437-44AD-BAE1-3E731CD8F629}" dt="2023-05-04T18:17:32.482" v="1" actId="700"/>
          <ac:spMkLst>
            <pc:docMk/>
            <pc:sldMk cId="1955573831" sldId="406"/>
            <ac:spMk id="3" creationId="{A1922D18-97EF-6110-33BE-767A9FF9546E}"/>
          </ac:spMkLst>
        </pc:spChg>
        <pc:spChg chg="add">
          <ac:chgData name="Mahmoud Seraj" userId="8b49f1d5b31f8eb3" providerId="LiveId" clId="{608B14C1-1437-44AD-BAE1-3E731CD8F629}" dt="2023-05-04T18:17:51.124" v="2" actId="11529"/>
          <ac:spMkLst>
            <pc:docMk/>
            <pc:sldMk cId="1955573831" sldId="406"/>
            <ac:spMk id="4" creationId="{AF72CFD4-8433-F6B8-079F-4B37F2AEC8AA}"/>
          </ac:spMkLst>
        </pc:spChg>
        <pc:spChg chg="add mod">
          <ac:chgData name="Mahmoud Seraj" userId="8b49f1d5b31f8eb3" providerId="LiveId" clId="{608B14C1-1437-44AD-BAE1-3E731CD8F629}" dt="2023-05-04T18:18:37.011" v="17" actId="14100"/>
          <ac:spMkLst>
            <pc:docMk/>
            <pc:sldMk cId="1955573831" sldId="406"/>
            <ac:spMk id="5" creationId="{514BB8DA-C397-06CC-5B8E-C34B51A0F057}"/>
          </ac:spMkLst>
        </pc:spChg>
        <pc:spChg chg="add del">
          <ac:chgData name="Mahmoud Seraj" userId="8b49f1d5b31f8eb3" providerId="LiveId" clId="{608B14C1-1437-44AD-BAE1-3E731CD8F629}" dt="2023-05-04T18:19:10.238" v="29" actId="478"/>
          <ac:spMkLst>
            <pc:docMk/>
            <pc:sldMk cId="1955573831" sldId="406"/>
            <ac:spMk id="6" creationId="{B40E4C99-BC7B-735A-9E2C-841467C36BB8}"/>
          </ac:spMkLst>
        </pc:spChg>
        <pc:spChg chg="add mod">
          <ac:chgData name="Mahmoud Seraj" userId="8b49f1d5b31f8eb3" providerId="LiveId" clId="{608B14C1-1437-44AD-BAE1-3E731CD8F629}" dt="2023-05-04T18:19:07.517" v="28" actId="14100"/>
          <ac:spMkLst>
            <pc:docMk/>
            <pc:sldMk cId="1955573831" sldId="406"/>
            <ac:spMk id="7" creationId="{2F4F60D0-9ED6-7DAB-3289-26CFE7D9697A}"/>
          </ac:spMkLst>
        </pc:spChg>
        <pc:spChg chg="add mod">
          <ac:chgData name="Mahmoud Seraj" userId="8b49f1d5b31f8eb3" providerId="LiveId" clId="{608B14C1-1437-44AD-BAE1-3E731CD8F629}" dt="2023-05-04T18:19:02.570" v="26" actId="14100"/>
          <ac:spMkLst>
            <pc:docMk/>
            <pc:sldMk cId="1955573831" sldId="406"/>
            <ac:spMk id="8" creationId="{BAAA0E86-67AD-8CA9-9BF0-3524E35DBB39}"/>
          </ac:spMkLst>
        </pc:spChg>
        <pc:spChg chg="add mod">
          <ac:chgData name="Mahmoud Seraj" userId="8b49f1d5b31f8eb3" providerId="LiveId" clId="{608B14C1-1437-44AD-BAE1-3E731CD8F629}" dt="2023-05-04T18:19:17.568" v="31" actId="1076"/>
          <ac:spMkLst>
            <pc:docMk/>
            <pc:sldMk cId="1955573831" sldId="406"/>
            <ac:spMk id="9" creationId="{345E1795-19C2-625F-825E-EC7EBA523221}"/>
          </ac:spMkLst>
        </pc:spChg>
        <pc:spChg chg="add mod">
          <ac:chgData name="Mahmoud Seraj" userId="8b49f1d5b31f8eb3" providerId="LiveId" clId="{608B14C1-1437-44AD-BAE1-3E731CD8F629}" dt="2023-05-04T18:19:17.568" v="31" actId="1076"/>
          <ac:spMkLst>
            <pc:docMk/>
            <pc:sldMk cId="1955573831" sldId="406"/>
            <ac:spMk id="10" creationId="{D2AE3D2F-06AF-FFDC-C967-6F22BC9033C2}"/>
          </ac:spMkLst>
        </pc:spChg>
        <pc:spChg chg="add mod">
          <ac:chgData name="Mahmoud Seraj" userId="8b49f1d5b31f8eb3" providerId="LiveId" clId="{608B14C1-1437-44AD-BAE1-3E731CD8F629}" dt="2023-05-04T18:19:27.455" v="35" actId="1076"/>
          <ac:spMkLst>
            <pc:docMk/>
            <pc:sldMk cId="1955573831" sldId="406"/>
            <ac:spMk id="11" creationId="{4BBFACF5-83B3-C91F-FA4E-DF04D4311BA0}"/>
          </ac:spMkLst>
        </pc:spChg>
      </pc:sldChg>
    </pc:docChg>
  </pc:docChgLst>
  <pc:docChgLst>
    <pc:chgData name="Ricardo Neves" userId="a2420d86-c959-463f-a209-2fea3ef854c2" providerId="ADAL" clId="{DFDCD0C2-651F-48EB-9014-B477B62D2459}"/>
    <pc:docChg chg="undo custSel addSld delSld modSld">
      <pc:chgData name="Ricardo Neves" userId="a2420d86-c959-463f-a209-2fea3ef854c2" providerId="ADAL" clId="{DFDCD0C2-651F-48EB-9014-B477B62D2459}" dt="2020-06-16T22:04:11.547" v="1426" actId="29295"/>
      <pc:docMkLst>
        <pc:docMk/>
      </pc:docMkLst>
      <pc:sldChg chg="del">
        <pc:chgData name="Ricardo Neves" userId="a2420d86-c959-463f-a209-2fea3ef854c2" providerId="ADAL" clId="{DFDCD0C2-651F-48EB-9014-B477B62D2459}" dt="2020-06-16T18:33:09.500" v="106" actId="2696"/>
        <pc:sldMkLst>
          <pc:docMk/>
          <pc:sldMk cId="717889628" sldId="257"/>
        </pc:sldMkLst>
      </pc:sldChg>
      <pc:sldChg chg="modSp mod">
        <pc:chgData name="Ricardo Neves" userId="a2420d86-c959-463f-a209-2fea3ef854c2" providerId="ADAL" clId="{DFDCD0C2-651F-48EB-9014-B477B62D2459}" dt="2020-06-16T18:23:49.406" v="11" actId="1076"/>
        <pc:sldMkLst>
          <pc:docMk/>
          <pc:sldMk cId="4151929289" sldId="258"/>
        </pc:sldMkLst>
        <pc:picChg chg="mod">
          <ac:chgData name="Ricardo Neves" userId="a2420d86-c959-463f-a209-2fea3ef854c2" providerId="ADAL" clId="{DFDCD0C2-651F-48EB-9014-B477B62D2459}" dt="2020-06-16T18:23:49.406" v="11" actId="1076"/>
          <ac:picMkLst>
            <pc:docMk/>
            <pc:sldMk cId="4151929289" sldId="258"/>
            <ac:picMk id="8" creationId="{A5E090AD-93C2-475C-A0D0-AF87962051DB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18:26:42.342" v="40" actId="1076"/>
        <pc:sldMkLst>
          <pc:docMk/>
          <pc:sldMk cId="2641072960" sldId="259"/>
        </pc:sldMkLst>
        <pc:spChg chg="del">
          <ac:chgData name="Ricardo Neves" userId="a2420d86-c959-463f-a209-2fea3ef854c2" providerId="ADAL" clId="{DFDCD0C2-651F-48EB-9014-B477B62D2459}" dt="2020-06-16T18:18:04.869" v="4" actId="478"/>
          <ac:spMkLst>
            <pc:docMk/>
            <pc:sldMk cId="2641072960" sldId="259"/>
            <ac:spMk id="2" creationId="{3A3F2859-808E-416B-9D41-6602B7BE1E3E}"/>
          </ac:spMkLst>
        </pc:spChg>
        <pc:spChg chg="del">
          <ac:chgData name="Ricardo Neves" userId="a2420d86-c959-463f-a209-2fea3ef854c2" providerId="ADAL" clId="{DFDCD0C2-651F-48EB-9014-B477B62D2459}" dt="2020-06-16T18:18:06.820" v="5" actId="478"/>
          <ac:spMkLst>
            <pc:docMk/>
            <pc:sldMk cId="2641072960" sldId="259"/>
            <ac:spMk id="3" creationId="{D4B3CF67-C160-42BA-8CA8-298958346234}"/>
          </ac:spMkLst>
        </pc:spChg>
        <pc:spChg chg="add mod">
          <ac:chgData name="Ricardo Neves" userId="a2420d86-c959-463f-a209-2fea3ef854c2" providerId="ADAL" clId="{DFDCD0C2-651F-48EB-9014-B477B62D2459}" dt="2020-06-16T18:26:06.718" v="32" actId="1076"/>
          <ac:spMkLst>
            <pc:docMk/>
            <pc:sldMk cId="2641072960" sldId="259"/>
            <ac:spMk id="6" creationId="{002528E8-444A-4D4A-8C6B-F7B84043245E}"/>
          </ac:spMkLst>
        </pc:spChg>
        <pc:spChg chg="add mod">
          <ac:chgData name="Ricardo Neves" userId="a2420d86-c959-463f-a209-2fea3ef854c2" providerId="ADAL" clId="{DFDCD0C2-651F-48EB-9014-B477B62D2459}" dt="2020-06-16T18:26:42.342" v="40" actId="1076"/>
          <ac:spMkLst>
            <pc:docMk/>
            <pc:sldMk cId="2641072960" sldId="259"/>
            <ac:spMk id="7" creationId="{AC2FF912-26CF-4038-AE4F-7781080F1F44}"/>
          </ac:spMkLst>
        </pc:spChg>
        <pc:picChg chg="add mod">
          <ac:chgData name="Ricardo Neves" userId="a2420d86-c959-463f-a209-2fea3ef854c2" providerId="ADAL" clId="{DFDCD0C2-651F-48EB-9014-B477B62D2459}" dt="2020-06-16T18:18:33.824" v="6"/>
          <ac:picMkLst>
            <pc:docMk/>
            <pc:sldMk cId="2641072960" sldId="259"/>
            <ac:picMk id="5" creationId="{1EDD3F1A-757D-43CC-B539-0C08E6541FEA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2:04:11.547" v="1426" actId="29295"/>
        <pc:sldMkLst>
          <pc:docMk/>
          <pc:sldMk cId="1937390665" sldId="260"/>
        </pc:sldMkLst>
        <pc:spChg chg="del">
          <ac:chgData name="Ricardo Neves" userId="a2420d86-c959-463f-a209-2fea3ef854c2" providerId="ADAL" clId="{DFDCD0C2-651F-48EB-9014-B477B62D2459}" dt="2020-06-16T18:18:48.309" v="8" actId="478"/>
          <ac:spMkLst>
            <pc:docMk/>
            <pc:sldMk cId="1937390665" sldId="260"/>
            <ac:spMk id="2" creationId="{51308E28-2EDA-4FF8-83E8-F3E04D9173E0}"/>
          </ac:spMkLst>
        </pc:spChg>
        <pc:spChg chg="del">
          <ac:chgData name="Ricardo Neves" userId="a2420d86-c959-463f-a209-2fea3ef854c2" providerId="ADAL" clId="{DFDCD0C2-651F-48EB-9014-B477B62D2459}" dt="2020-06-16T18:18:49.319" v="9" actId="478"/>
          <ac:spMkLst>
            <pc:docMk/>
            <pc:sldMk cId="1937390665" sldId="260"/>
            <ac:spMk id="3" creationId="{18388FCD-6066-4943-B235-E44479A2F0A6}"/>
          </ac:spMkLst>
        </pc:spChg>
        <pc:spChg chg="add mod ord">
          <ac:chgData name="Ricardo Neves" userId="a2420d86-c959-463f-a209-2fea3ef854c2" providerId="ADAL" clId="{DFDCD0C2-651F-48EB-9014-B477B62D2459}" dt="2020-06-16T19:23:14.336" v="853" actId="167"/>
          <ac:spMkLst>
            <pc:docMk/>
            <pc:sldMk cId="1937390665" sldId="260"/>
            <ac:spMk id="4" creationId="{3106C6AA-BA07-481B-91EF-BBA265255165}"/>
          </ac:spMkLst>
        </pc:spChg>
        <pc:spChg chg="add del mod or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5" creationId="{27C3D95B-6E8D-4A1D-9195-8593B0AF07DA}"/>
          </ac:spMkLst>
        </pc:spChg>
        <pc:spChg chg="add mod">
          <ac:chgData name="Ricardo Neves" userId="a2420d86-c959-463f-a209-2fea3ef854c2" providerId="ADAL" clId="{DFDCD0C2-651F-48EB-9014-B477B62D2459}" dt="2020-06-16T22:03:36.863" v="1412"/>
          <ac:spMkLst>
            <pc:docMk/>
            <pc:sldMk cId="1937390665" sldId="260"/>
            <ac:spMk id="7" creationId="{591FED34-0670-48D2-A363-9ECB25C41D8E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8" creationId="{FFF3DD7E-CF0D-4A6A-A381-FA28574A6DDF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9" creationId="{5CBDE36E-2527-4525-81FC-FDD3D107F262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10" creationId="{CDFAE120-BA82-4006-A63E-BDFECF21FE14}"/>
          </ac:spMkLst>
        </pc:spChg>
        <pc:spChg chg="add del mod">
          <ac:chgData name="Ricardo Neves" userId="a2420d86-c959-463f-a209-2fea3ef854c2" providerId="ADAL" clId="{DFDCD0C2-651F-48EB-9014-B477B62D2459}" dt="2020-06-16T18:27:06.723" v="45" actId="478"/>
          <ac:spMkLst>
            <pc:docMk/>
            <pc:sldMk cId="1937390665" sldId="260"/>
            <ac:spMk id="11" creationId="{184FBECA-F7F0-418E-9221-0118011A06C1}"/>
          </ac:spMkLst>
        </pc:spChg>
        <pc:spChg chg="add del mod">
          <ac:chgData name="Ricardo Neves" userId="a2420d86-c959-463f-a209-2fea3ef854c2" providerId="ADAL" clId="{DFDCD0C2-651F-48EB-9014-B477B62D2459}" dt="2020-06-16T21:50:37.085" v="1362" actId="478"/>
          <ac:spMkLst>
            <pc:docMk/>
            <pc:sldMk cId="1937390665" sldId="260"/>
            <ac:spMk id="12" creationId="{A57822E1-7115-4B6C-A64D-A92C1F9A7183}"/>
          </ac:spMkLst>
        </pc:spChg>
        <pc:spChg chg="add del mod">
          <ac:chgData name="Ricardo Neves" userId="a2420d86-c959-463f-a209-2fea3ef854c2" providerId="ADAL" clId="{DFDCD0C2-651F-48EB-9014-B477B62D2459}" dt="2020-06-16T21:50:28.577" v="1356" actId="478"/>
          <ac:spMkLst>
            <pc:docMk/>
            <pc:sldMk cId="1937390665" sldId="260"/>
            <ac:spMk id="13" creationId="{0C93C631-4844-4CB0-BB2A-23C696867EA8}"/>
          </ac:spMkLst>
        </pc:spChg>
        <pc:spChg chg="add del mod">
          <ac:chgData name="Ricardo Neves" userId="a2420d86-c959-463f-a209-2fea3ef854c2" providerId="ADAL" clId="{DFDCD0C2-651F-48EB-9014-B477B62D2459}" dt="2020-06-16T21:50:39.007" v="1363" actId="478"/>
          <ac:spMkLst>
            <pc:docMk/>
            <pc:sldMk cId="1937390665" sldId="260"/>
            <ac:spMk id="14" creationId="{72389830-CC93-41FE-B79A-E96F6AE86EF2}"/>
          </ac:spMkLst>
        </pc:spChg>
        <pc:spChg chg="add del mod">
          <ac:chgData name="Ricardo Neves" userId="a2420d86-c959-463f-a209-2fea3ef854c2" providerId="ADAL" clId="{DFDCD0C2-651F-48EB-9014-B477B62D2459}" dt="2020-06-16T21:50:30.501" v="1357" actId="478"/>
          <ac:spMkLst>
            <pc:docMk/>
            <pc:sldMk cId="1937390665" sldId="260"/>
            <ac:spMk id="15" creationId="{10835068-EBEA-459A-999A-8E014B1D85B4}"/>
          </ac:spMkLst>
        </pc:spChg>
        <pc:spChg chg="add del mod">
          <ac:chgData name="Ricardo Neves" userId="a2420d86-c959-463f-a209-2fea3ef854c2" providerId="ADAL" clId="{DFDCD0C2-651F-48EB-9014-B477B62D2459}" dt="2020-06-16T21:50:32.451" v="1358" actId="478"/>
          <ac:spMkLst>
            <pc:docMk/>
            <pc:sldMk cId="1937390665" sldId="260"/>
            <ac:spMk id="16" creationId="{53A0959A-33FA-4A28-8C24-81D3E8CB57DD}"/>
          </ac:spMkLst>
        </pc:spChg>
        <pc:spChg chg="add del mod">
          <ac:chgData name="Ricardo Neves" userId="a2420d86-c959-463f-a209-2fea3ef854c2" providerId="ADAL" clId="{DFDCD0C2-651F-48EB-9014-B477B62D2459}" dt="2020-06-16T21:50:33.358" v="1359" actId="478"/>
          <ac:spMkLst>
            <pc:docMk/>
            <pc:sldMk cId="1937390665" sldId="260"/>
            <ac:spMk id="17" creationId="{4CF7C9E9-16AD-4B0B-96AC-5CE5DDDA5DBC}"/>
          </ac:spMkLst>
        </pc:spChg>
        <pc:spChg chg="add del mod">
          <ac:chgData name="Ricardo Neves" userId="a2420d86-c959-463f-a209-2fea3ef854c2" providerId="ADAL" clId="{DFDCD0C2-651F-48EB-9014-B477B62D2459}" dt="2020-06-16T21:50:42.077" v="1365" actId="478"/>
          <ac:spMkLst>
            <pc:docMk/>
            <pc:sldMk cId="1937390665" sldId="260"/>
            <ac:spMk id="18" creationId="{E42DAEAE-329A-448F-9AC2-3E39199BDE27}"/>
          </ac:spMkLst>
        </pc:spChg>
        <pc:spChg chg="add del mod">
          <ac:chgData name="Ricardo Neves" userId="a2420d86-c959-463f-a209-2fea3ef854c2" providerId="ADAL" clId="{DFDCD0C2-651F-48EB-9014-B477B62D2459}" dt="2020-06-16T21:50:40.021" v="1364" actId="478"/>
          <ac:spMkLst>
            <pc:docMk/>
            <pc:sldMk cId="1937390665" sldId="260"/>
            <ac:spMk id="19" creationId="{959CD6C1-E28E-454C-910B-D37F20AE56E7}"/>
          </ac:spMkLst>
        </pc:spChg>
        <pc:spChg chg="add del mod">
          <ac:chgData name="Ricardo Neves" userId="a2420d86-c959-463f-a209-2fea3ef854c2" providerId="ADAL" clId="{DFDCD0C2-651F-48EB-9014-B477B62D2459}" dt="2020-06-16T21:50:34.691" v="1360" actId="478"/>
          <ac:spMkLst>
            <pc:docMk/>
            <pc:sldMk cId="1937390665" sldId="260"/>
            <ac:spMk id="20" creationId="{95CAF00D-404F-4CA4-B415-D01E0E8AEDF1}"/>
          </ac:spMkLst>
        </pc:spChg>
        <pc:spChg chg="add del mod">
          <ac:chgData name="Ricardo Neves" userId="a2420d86-c959-463f-a209-2fea3ef854c2" providerId="ADAL" clId="{DFDCD0C2-651F-48EB-9014-B477B62D2459}" dt="2020-06-16T21:50:35.634" v="1361" actId="478"/>
          <ac:spMkLst>
            <pc:docMk/>
            <pc:sldMk cId="1937390665" sldId="260"/>
            <ac:spMk id="21" creationId="{8CDA0072-D1A9-4677-BDF2-20E4F1831AE6}"/>
          </ac:spMkLst>
        </pc:spChg>
        <pc:spChg chg="add del mod">
          <ac:chgData name="Ricardo Neves" userId="a2420d86-c959-463f-a209-2fea3ef854c2" providerId="ADAL" clId="{DFDCD0C2-651F-48EB-9014-B477B62D2459}" dt="2020-06-16T18:31:22.510" v="94" actId="478"/>
          <ac:spMkLst>
            <pc:docMk/>
            <pc:sldMk cId="1937390665" sldId="260"/>
            <ac:spMk id="22" creationId="{DFF379F4-B33B-4AC5-AA7E-0EC8F1CB8DCB}"/>
          </ac:spMkLst>
        </pc:spChg>
        <pc:spChg chg="add del mod">
          <ac:chgData name="Ricardo Neves" userId="a2420d86-c959-463f-a209-2fea3ef854c2" providerId="ADAL" clId="{DFDCD0C2-651F-48EB-9014-B477B62D2459}" dt="2020-06-16T18:31:23.119" v="95" actId="478"/>
          <ac:spMkLst>
            <pc:docMk/>
            <pc:sldMk cId="1937390665" sldId="260"/>
            <ac:spMk id="23" creationId="{545B2B15-34DD-483C-A2D8-37C039A5DDB1}"/>
          </ac:spMkLst>
        </pc:spChg>
        <pc:spChg chg="add del mod">
          <ac:chgData name="Ricardo Neves" userId="a2420d86-c959-463f-a209-2fea3ef854c2" providerId="ADAL" clId="{DFDCD0C2-651F-48EB-9014-B477B62D2459}" dt="2020-06-16T19:29:47.514" v="1057" actId="478"/>
          <ac:spMkLst>
            <pc:docMk/>
            <pc:sldMk cId="1937390665" sldId="260"/>
            <ac:spMk id="24" creationId="{662BDC14-2318-4764-A7D3-01F02D5C242E}"/>
          </ac:spMkLst>
        </pc:spChg>
        <pc:spChg chg="add mod">
          <ac:chgData name="Ricardo Neves" userId="a2420d86-c959-463f-a209-2fea3ef854c2" providerId="ADAL" clId="{DFDCD0C2-651F-48EB-9014-B477B62D2459}" dt="2020-06-16T19:10:36.570" v="332" actId="207"/>
          <ac:spMkLst>
            <pc:docMk/>
            <pc:sldMk cId="1937390665" sldId="260"/>
            <ac:spMk id="25" creationId="{77765F54-D24C-4DC9-8CB3-23A7FD6C72EE}"/>
          </ac:spMkLst>
        </pc:spChg>
        <pc:spChg chg="add mod">
          <ac:chgData name="Ricardo Neves" userId="a2420d86-c959-463f-a209-2fea3ef854c2" providerId="ADAL" clId="{DFDCD0C2-651F-48EB-9014-B477B62D2459}" dt="2020-06-16T22:03:29.998" v="1404"/>
          <ac:spMkLst>
            <pc:docMk/>
            <pc:sldMk cId="1937390665" sldId="260"/>
            <ac:spMk id="26" creationId="{1CD96577-F868-4CD0-B0D4-1F4F10891256}"/>
          </ac:spMkLst>
        </pc:spChg>
        <pc:spChg chg="add mod">
          <ac:chgData name="Ricardo Neves" userId="a2420d86-c959-463f-a209-2fea3ef854c2" providerId="ADAL" clId="{DFDCD0C2-651F-48EB-9014-B477B62D2459}" dt="2020-06-16T22:03:32.687" v="1408"/>
          <ac:spMkLst>
            <pc:docMk/>
            <pc:sldMk cId="1937390665" sldId="260"/>
            <ac:spMk id="27" creationId="{2A630E78-4468-4803-A4F8-72AABE3C924F}"/>
          </ac:spMkLst>
        </pc:spChg>
        <pc:spChg chg="add del mod ord">
          <ac:chgData name="Ricardo Neves" userId="a2420d86-c959-463f-a209-2fea3ef854c2" providerId="ADAL" clId="{DFDCD0C2-651F-48EB-9014-B477B62D2459}" dt="2020-06-16T19:33:09.116" v="1073" actId="478"/>
          <ac:spMkLst>
            <pc:docMk/>
            <pc:sldMk cId="1937390665" sldId="260"/>
            <ac:spMk id="28" creationId="{21503618-5920-40D2-9E0E-D43A0A6E5C61}"/>
          </ac:spMkLst>
        </pc:spChg>
        <pc:spChg chg="add del mod">
          <ac:chgData name="Ricardo Neves" userId="a2420d86-c959-463f-a209-2fea3ef854c2" providerId="ADAL" clId="{DFDCD0C2-651F-48EB-9014-B477B62D2459}" dt="2020-06-16T19:33:10.469" v="1074" actId="478"/>
          <ac:spMkLst>
            <pc:docMk/>
            <pc:sldMk cId="1937390665" sldId="260"/>
            <ac:spMk id="29" creationId="{6457D5D9-0565-4A2A-A3AE-7F75FE626B19}"/>
          </ac:spMkLst>
        </pc:spChg>
        <pc:spChg chg="add mod">
          <ac:chgData name="Ricardo Neves" userId="a2420d86-c959-463f-a209-2fea3ef854c2" providerId="ADAL" clId="{DFDCD0C2-651F-48EB-9014-B477B62D2459}" dt="2020-06-16T19:30:57.872" v="1065" actId="1076"/>
          <ac:spMkLst>
            <pc:docMk/>
            <pc:sldMk cId="1937390665" sldId="260"/>
            <ac:spMk id="32" creationId="{7302A991-98E6-4C08-8B27-FCAFBCBCCFC5}"/>
          </ac:spMkLst>
        </pc:spChg>
        <pc:spChg chg="add del mod">
          <ac:chgData name="Ricardo Neves" userId="a2420d86-c959-463f-a209-2fea3ef854c2" providerId="ADAL" clId="{DFDCD0C2-651F-48EB-9014-B477B62D2459}" dt="2020-06-16T19:43:17.457" v="1167" actId="478"/>
          <ac:spMkLst>
            <pc:docMk/>
            <pc:sldMk cId="1937390665" sldId="260"/>
            <ac:spMk id="36" creationId="{FFFBD864-71BB-4893-B14C-A3B387FEA243}"/>
          </ac:spMkLst>
        </pc:spChg>
        <pc:spChg chg="add del mod">
          <ac:chgData name="Ricardo Neves" userId="a2420d86-c959-463f-a209-2fea3ef854c2" providerId="ADAL" clId="{DFDCD0C2-651F-48EB-9014-B477B62D2459}" dt="2020-06-16T19:43:16.081" v="1166" actId="478"/>
          <ac:spMkLst>
            <pc:docMk/>
            <pc:sldMk cId="1937390665" sldId="260"/>
            <ac:spMk id="37" creationId="{E0762A01-499D-49C1-BD91-C17658D9FA34}"/>
          </ac:spMkLst>
        </pc:spChg>
        <pc:spChg chg="add del mod">
          <ac:chgData name="Ricardo Neves" userId="a2420d86-c959-463f-a209-2fea3ef854c2" providerId="ADAL" clId="{DFDCD0C2-651F-48EB-9014-B477B62D2459}" dt="2020-06-16T19:43:18.178" v="1168" actId="478"/>
          <ac:spMkLst>
            <pc:docMk/>
            <pc:sldMk cId="1937390665" sldId="260"/>
            <ac:spMk id="38" creationId="{7378C58A-6C16-49BE-A698-ECEA36F610BC}"/>
          </ac:spMkLst>
        </pc:spChg>
        <pc:spChg chg="add del mo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47" creationId="{31F42C29-8F42-4E88-9895-F39CDE8C3632}"/>
          </ac:spMkLst>
        </pc:spChg>
        <pc:spChg chg="add del mod">
          <ac:chgData name="Ricardo Neves" userId="a2420d86-c959-463f-a209-2fea3ef854c2" providerId="ADAL" clId="{DFDCD0C2-651F-48EB-9014-B477B62D2459}" dt="2020-06-16T21:47:36.123" v="1247" actId="478"/>
          <ac:spMkLst>
            <pc:docMk/>
            <pc:sldMk cId="1937390665" sldId="260"/>
            <ac:spMk id="48" creationId="{D8A93628-5DDB-4A32-B02F-2DBFE5662095}"/>
          </ac:spMkLst>
        </pc:spChg>
        <pc:spChg chg="add del mod">
          <ac:chgData name="Ricardo Neves" userId="a2420d86-c959-463f-a209-2fea3ef854c2" providerId="ADAL" clId="{DFDCD0C2-651F-48EB-9014-B477B62D2459}" dt="2020-06-16T21:47:34.574" v="1244" actId="478"/>
          <ac:spMkLst>
            <pc:docMk/>
            <pc:sldMk cId="1937390665" sldId="260"/>
            <ac:spMk id="49" creationId="{C173EE93-C03A-4A75-BBCB-62695702A240}"/>
          </ac:spMkLst>
        </pc:spChg>
        <pc:spChg chg="add del mod">
          <ac:chgData name="Ricardo Neves" userId="a2420d86-c959-463f-a209-2fea3ef854c2" providerId="ADAL" clId="{DFDCD0C2-651F-48EB-9014-B477B62D2459}" dt="2020-06-16T21:47:35.035" v="1245" actId="478"/>
          <ac:spMkLst>
            <pc:docMk/>
            <pc:sldMk cId="1937390665" sldId="260"/>
            <ac:spMk id="50" creationId="{465EF8B8-3704-40FB-B039-805863EB53CA}"/>
          </ac:spMkLst>
        </pc:spChg>
        <pc:spChg chg="add del mod">
          <ac:chgData name="Ricardo Neves" userId="a2420d86-c959-463f-a209-2fea3ef854c2" providerId="ADAL" clId="{DFDCD0C2-651F-48EB-9014-B477B62D2459}" dt="2020-06-16T21:47:35.522" v="1246" actId="478"/>
          <ac:spMkLst>
            <pc:docMk/>
            <pc:sldMk cId="1937390665" sldId="260"/>
            <ac:spMk id="51" creationId="{6B032C71-E69C-46DC-940E-88FBD121C5CE}"/>
          </ac:spMkLst>
        </pc:spChg>
        <pc:spChg chg="mod">
          <ac:chgData name="Ricardo Neves" userId="a2420d86-c959-463f-a209-2fea3ef854c2" providerId="ADAL" clId="{DFDCD0C2-651F-48EB-9014-B477B62D2459}" dt="2020-06-16T21:46:24.430" v="1228"/>
          <ac:spMkLst>
            <pc:docMk/>
            <pc:sldMk cId="1937390665" sldId="260"/>
            <ac:spMk id="52" creationId="{A91BB10F-1914-4F5E-ABBC-79CE6A6630D8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3" creationId="{E4E152C9-D413-4E79-9A9E-78DAA7BB3BB5}"/>
          </ac:spMkLst>
        </pc:spChg>
        <pc:spChg chg="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4" creationId="{4B9A7C8B-8725-4EC0-85CA-ADB442288105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5" creationId="{57B3771B-3178-4304-938C-3E9CD0B24EA3}"/>
          </ac:spMkLst>
        </pc:spChg>
        <pc:spChg chg="del mod">
          <ac:chgData name="Ricardo Neves" userId="a2420d86-c959-463f-a209-2fea3ef854c2" providerId="ADAL" clId="{DFDCD0C2-651F-48EB-9014-B477B62D2459}" dt="2020-06-16T21:47:09.799" v="1238" actId="478"/>
          <ac:spMkLst>
            <pc:docMk/>
            <pc:sldMk cId="1937390665" sldId="260"/>
            <ac:spMk id="56" creationId="{A80FAE67-D8C6-44A6-B2B6-79A8FA76AB36}"/>
          </ac:spMkLst>
        </pc:spChg>
        <pc:spChg chg="mod">
          <ac:chgData name="Ricardo Neves" userId="a2420d86-c959-463f-a209-2fea3ef854c2" providerId="ADAL" clId="{DFDCD0C2-651F-48EB-9014-B477B62D2459}" dt="2020-06-16T21:48:39.935" v="1289" actId="207"/>
          <ac:spMkLst>
            <pc:docMk/>
            <pc:sldMk cId="1937390665" sldId="260"/>
            <ac:spMk id="57" creationId="{6D827A2C-6718-4910-A7DB-659B7291C8E6}"/>
          </ac:spMkLst>
        </pc:spChg>
        <pc:spChg chg="del mod">
          <ac:chgData name="Ricardo Neves" userId="a2420d86-c959-463f-a209-2fea3ef854c2" providerId="ADAL" clId="{DFDCD0C2-651F-48EB-9014-B477B62D2459}" dt="2020-06-16T21:47:08.641" v="1237" actId="478"/>
          <ac:spMkLst>
            <pc:docMk/>
            <pc:sldMk cId="1937390665" sldId="260"/>
            <ac:spMk id="58" creationId="{17FEC3AE-A460-4435-8756-3B484604E93E}"/>
          </ac:spMkLst>
        </pc:spChg>
        <pc:spChg chg="add del mod">
          <ac:chgData name="Ricardo Neves" userId="a2420d86-c959-463f-a209-2fea3ef854c2" providerId="ADAL" clId="{DFDCD0C2-651F-48EB-9014-B477B62D2459}" dt="2020-06-16T21:47:32.078" v="1243" actId="478"/>
          <ac:spMkLst>
            <pc:docMk/>
            <pc:sldMk cId="1937390665" sldId="260"/>
            <ac:spMk id="59" creationId="{79E46C81-9488-4563-B5D0-073A791098BE}"/>
          </ac:spMkLst>
        </pc:spChg>
        <pc:picChg chg="add del mod">
          <ac:chgData name="Ricardo Neves" userId="a2420d86-c959-463f-a209-2fea3ef854c2" providerId="ADAL" clId="{DFDCD0C2-651F-48EB-9014-B477B62D2459}" dt="2020-06-16T18:24:28.138" v="19" actId="478"/>
          <ac:picMkLst>
            <pc:docMk/>
            <pc:sldMk cId="1937390665" sldId="260"/>
            <ac:picMk id="6" creationId="{59E6A152-D3FD-42C0-B9AC-25632016AC0D}"/>
          </ac:picMkLst>
        </pc:picChg>
        <pc:picChg chg="add mod ord">
          <ac:chgData name="Ricardo Neves" userId="a2420d86-c959-463f-a209-2fea3ef854c2" providerId="ADAL" clId="{DFDCD0C2-651F-48EB-9014-B477B62D2459}" dt="2020-06-16T19:23:26.936" v="855" actId="14100"/>
          <ac:picMkLst>
            <pc:docMk/>
            <pc:sldMk cId="1937390665" sldId="260"/>
            <ac:picMk id="30" creationId="{6096CC37-7FED-4049-8F71-E52B290CFCFE}"/>
          </ac:picMkLst>
        </pc:picChg>
        <pc:picChg chg="add del mod">
          <ac:chgData name="Ricardo Neves" userId="a2420d86-c959-463f-a209-2fea3ef854c2" providerId="ADAL" clId="{DFDCD0C2-651F-48EB-9014-B477B62D2459}" dt="2020-06-16T19:31:42.652" v="1068" actId="478"/>
          <ac:picMkLst>
            <pc:docMk/>
            <pc:sldMk cId="1937390665" sldId="260"/>
            <ac:picMk id="31" creationId="{62B8AEC6-104D-4D43-9156-948C38422644}"/>
          </ac:picMkLst>
        </pc:picChg>
        <pc:picChg chg="add mod">
          <ac:chgData name="Ricardo Neves" userId="a2420d86-c959-463f-a209-2fea3ef854c2" providerId="ADAL" clId="{DFDCD0C2-651F-48EB-9014-B477B62D2459}" dt="2020-06-16T19:38:35.126" v="1104" actId="1076"/>
          <ac:picMkLst>
            <pc:docMk/>
            <pc:sldMk cId="1937390665" sldId="260"/>
            <ac:picMk id="34" creationId="{C51A98E8-E2D1-454D-A6EF-B09F6081A99F}"/>
          </ac:picMkLst>
        </pc:picChg>
        <pc:picChg chg="add del mod">
          <ac:chgData name="Ricardo Neves" userId="a2420d86-c959-463f-a209-2fea3ef854c2" providerId="ADAL" clId="{DFDCD0C2-651F-48EB-9014-B477B62D2459}" dt="2020-06-16T19:36:54.787" v="1095" actId="478"/>
          <ac:picMkLst>
            <pc:docMk/>
            <pc:sldMk cId="1937390665" sldId="260"/>
            <ac:picMk id="35" creationId="{E489EF34-D291-47AD-8C0A-5FC4386DE0DB}"/>
          </ac:picMkLst>
        </pc:picChg>
        <pc:picChg chg="add mod">
          <ac:chgData name="Ricardo Neves" userId="a2420d86-c959-463f-a209-2fea3ef854c2" providerId="ADAL" clId="{DFDCD0C2-651F-48EB-9014-B477B62D2459}" dt="2020-06-16T19:39:57.846" v="1130" actId="1076"/>
          <ac:picMkLst>
            <pc:docMk/>
            <pc:sldMk cId="1937390665" sldId="260"/>
            <ac:picMk id="40" creationId="{EDD11614-117A-4575-BECD-F2D3038E170E}"/>
          </ac:picMkLst>
        </pc:picChg>
        <pc:picChg chg="add mod">
          <ac:chgData name="Ricardo Neves" userId="a2420d86-c959-463f-a209-2fea3ef854c2" providerId="ADAL" clId="{DFDCD0C2-651F-48EB-9014-B477B62D2459}" dt="2020-06-16T19:40:03.782" v="1132" actId="1076"/>
          <ac:picMkLst>
            <pc:docMk/>
            <pc:sldMk cId="1937390665" sldId="260"/>
            <ac:picMk id="42" creationId="{190D063A-FF9E-47DE-BB60-05F0E82DFED4}"/>
          </ac:picMkLst>
        </pc:picChg>
        <pc:picChg chg="add mod">
          <ac:chgData name="Ricardo Neves" userId="a2420d86-c959-463f-a209-2fea3ef854c2" providerId="ADAL" clId="{DFDCD0C2-651F-48EB-9014-B477B62D2459}" dt="2020-06-16T22:04:00.782" v="1418" actId="29295"/>
          <ac:picMkLst>
            <pc:docMk/>
            <pc:sldMk cId="1937390665" sldId="260"/>
            <ac:picMk id="43" creationId="{22F8798F-E06A-49DB-923B-ED7B1C77EB01}"/>
          </ac:picMkLst>
        </pc:picChg>
        <pc:picChg chg="add mod">
          <ac:chgData name="Ricardo Neves" userId="a2420d86-c959-463f-a209-2fea3ef854c2" providerId="ADAL" clId="{DFDCD0C2-651F-48EB-9014-B477B62D2459}" dt="2020-06-16T22:04:08.719" v="1424" actId="29295"/>
          <ac:picMkLst>
            <pc:docMk/>
            <pc:sldMk cId="1937390665" sldId="260"/>
            <ac:picMk id="44" creationId="{E04A3EA3-5D04-4F99-AA13-C657F4E1E84A}"/>
          </ac:picMkLst>
        </pc:picChg>
        <pc:picChg chg="add mod">
          <ac:chgData name="Ricardo Neves" userId="a2420d86-c959-463f-a209-2fea3ef854c2" providerId="ADAL" clId="{DFDCD0C2-651F-48EB-9014-B477B62D2459}" dt="2020-06-16T22:04:11.547" v="1426" actId="29295"/>
          <ac:picMkLst>
            <pc:docMk/>
            <pc:sldMk cId="1937390665" sldId="260"/>
            <ac:picMk id="45" creationId="{B450DD58-62EC-43B0-B314-8ADAD7E953D6}"/>
          </ac:picMkLst>
        </pc:picChg>
        <pc:picChg chg="add del mod">
          <ac:chgData name="Ricardo Neves" userId="a2420d86-c959-463f-a209-2fea3ef854c2" providerId="ADAL" clId="{DFDCD0C2-651F-48EB-9014-B477B62D2459}" dt="2020-06-16T21:45:10.285" v="1222" actId="478"/>
          <ac:picMkLst>
            <pc:docMk/>
            <pc:sldMk cId="1937390665" sldId="260"/>
            <ac:picMk id="46" creationId="{6B6842BC-7509-4E9E-A7B0-35D22A87E916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1:53:35.772" v="1369" actId="207"/>
        <pc:sldMkLst>
          <pc:docMk/>
          <pc:sldMk cId="1412899883" sldId="261"/>
        </pc:sldMkLst>
        <pc:spChg chg="del">
          <ac:chgData name="Ricardo Neves" userId="a2420d86-c959-463f-a209-2fea3ef854c2" providerId="ADAL" clId="{DFDCD0C2-651F-48EB-9014-B477B62D2459}" dt="2020-06-16T18:33:14.137" v="108" actId="478"/>
          <ac:spMkLst>
            <pc:docMk/>
            <pc:sldMk cId="1412899883" sldId="261"/>
            <ac:spMk id="2" creationId="{18043B10-06A9-4CD0-8385-CD1E40557D3B}"/>
          </ac:spMkLst>
        </pc:spChg>
        <pc:spChg chg="del">
          <ac:chgData name="Ricardo Neves" userId="a2420d86-c959-463f-a209-2fea3ef854c2" providerId="ADAL" clId="{DFDCD0C2-651F-48EB-9014-B477B62D2459}" dt="2020-06-16T18:33:14.917" v="109" actId="478"/>
          <ac:spMkLst>
            <pc:docMk/>
            <pc:sldMk cId="1412899883" sldId="261"/>
            <ac:spMk id="3" creationId="{618159E3-2980-4062-99DE-432646760317}"/>
          </ac:spMkLst>
        </pc:spChg>
        <pc:spChg chg="add mod">
          <ac:chgData name="Ricardo Neves" userId="a2420d86-c959-463f-a209-2fea3ef854c2" providerId="ADAL" clId="{DFDCD0C2-651F-48EB-9014-B477B62D2459}" dt="2020-06-16T18:41:25.353" v="182" actId="14100"/>
          <ac:spMkLst>
            <pc:docMk/>
            <pc:sldMk cId="1412899883" sldId="261"/>
            <ac:spMk id="4" creationId="{57939EA2-7318-4827-8968-2A46B8A4EB27}"/>
          </ac:spMkLst>
        </pc:spChg>
        <pc:spChg chg="add mod">
          <ac:chgData name="Ricardo Neves" userId="a2420d86-c959-463f-a209-2fea3ef854c2" providerId="ADAL" clId="{DFDCD0C2-651F-48EB-9014-B477B62D2459}" dt="2020-06-16T18:36:03.100" v="123" actId="1076"/>
          <ac:spMkLst>
            <pc:docMk/>
            <pc:sldMk cId="1412899883" sldId="261"/>
            <ac:spMk id="5" creationId="{99D2DB4E-D815-41C6-8D9E-6B9788773643}"/>
          </ac:spMkLst>
        </pc:spChg>
        <pc:spChg chg="add mod">
          <ac:chgData name="Ricardo Neves" userId="a2420d86-c959-463f-a209-2fea3ef854c2" providerId="ADAL" clId="{DFDCD0C2-651F-48EB-9014-B477B62D2459}" dt="2020-06-16T18:36:20.442" v="126"/>
          <ac:spMkLst>
            <pc:docMk/>
            <pc:sldMk cId="1412899883" sldId="261"/>
            <ac:spMk id="6" creationId="{945977F7-266C-4B51-B5E2-51319807C7B2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7" creationId="{BE321816-5B35-4659-936B-30606D5A1534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8" creationId="{1D4CC952-E866-420B-A52D-6BE949B3F3C9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9" creationId="{91EC1BC9-DD93-4EF4-AAD6-141DD7DDCA17}"/>
          </ac:spMkLst>
        </pc:spChg>
        <pc:spChg chg="add del mod">
          <ac:chgData name="Ricardo Neves" userId="a2420d86-c959-463f-a209-2fea3ef854c2" providerId="ADAL" clId="{DFDCD0C2-651F-48EB-9014-B477B62D2459}" dt="2020-06-16T18:38:09.222" v="155" actId="207"/>
          <ac:spMkLst>
            <pc:docMk/>
            <pc:sldMk cId="1412899883" sldId="261"/>
            <ac:spMk id="10" creationId="{CB208260-EECF-4540-A875-53DD8E0224E8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11" creationId="{396F85C6-AF48-42D3-9842-30928027BE36}"/>
          </ac:spMkLst>
        </pc:spChg>
        <pc:spChg chg="add mod">
          <ac:chgData name="Ricardo Neves" userId="a2420d86-c959-463f-a209-2fea3ef854c2" providerId="ADAL" clId="{DFDCD0C2-651F-48EB-9014-B477B62D2459}" dt="2020-06-16T18:39:12.242" v="161"/>
          <ac:spMkLst>
            <pc:docMk/>
            <pc:sldMk cId="1412899883" sldId="261"/>
            <ac:spMk id="12" creationId="{EEC1E576-AE2F-4B0E-BE37-42DB6AA3D758}"/>
          </ac:spMkLst>
        </pc:spChg>
        <pc:spChg chg="add mod">
          <ac:chgData name="Ricardo Neves" userId="a2420d86-c959-463f-a209-2fea3ef854c2" providerId="ADAL" clId="{DFDCD0C2-651F-48EB-9014-B477B62D2459}" dt="2020-06-16T18:39:24.404" v="162"/>
          <ac:spMkLst>
            <pc:docMk/>
            <pc:sldMk cId="1412899883" sldId="261"/>
            <ac:spMk id="13" creationId="{85D8F795-C513-4600-AF33-2CB06159517D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4" creationId="{4385475A-1921-4B47-AB76-BEADA55CD3B1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5" creationId="{9F65834A-978F-43A2-9DB2-4CBD6CC0FE28}"/>
          </ac:spMkLst>
        </pc:spChg>
        <pc:spChg chg="add mod">
          <ac:chgData name="Ricardo Neves" userId="a2420d86-c959-463f-a209-2fea3ef854c2" providerId="ADAL" clId="{DFDCD0C2-651F-48EB-9014-B477B62D2459}" dt="2020-06-16T18:40:22.132" v="168" actId="207"/>
          <ac:spMkLst>
            <pc:docMk/>
            <pc:sldMk cId="1412899883" sldId="261"/>
            <ac:spMk id="16" creationId="{A740606C-5052-4EE9-AA80-25729F1CBD57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7" creationId="{82AA6B44-0E28-4168-B184-F8A935F4DD1C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18" creationId="{541D63CF-C452-4ADD-A938-A7D633CA47F2}"/>
          </ac:spMkLst>
        </pc:spChg>
        <pc:spChg chg="add mod">
          <ac:chgData name="Ricardo Neves" userId="a2420d86-c959-463f-a209-2fea3ef854c2" providerId="ADAL" clId="{DFDCD0C2-651F-48EB-9014-B477B62D2459}" dt="2020-06-16T21:53:35.772" v="1369" actId="207"/>
          <ac:spMkLst>
            <pc:docMk/>
            <pc:sldMk cId="1412899883" sldId="261"/>
            <ac:spMk id="22" creationId="{4A582CAF-C23C-43A3-AC8A-9A599B83290C}"/>
          </ac:spMkLst>
        </pc:spChg>
        <pc:picChg chg="add del mod">
          <ac:chgData name="Ricardo Neves" userId="a2420d86-c959-463f-a209-2fea3ef854c2" providerId="ADAL" clId="{DFDCD0C2-651F-48EB-9014-B477B62D2459}" dt="2020-06-16T18:42:23.739" v="194" actId="478"/>
          <ac:picMkLst>
            <pc:docMk/>
            <pc:sldMk cId="1412899883" sldId="261"/>
            <ac:picMk id="20" creationId="{0339EACB-AB63-4156-97E5-4A4C6A0C8EE6}"/>
          </ac:picMkLst>
        </pc:picChg>
        <pc:picChg chg="add mod">
          <ac:chgData name="Ricardo Neves" userId="a2420d86-c959-463f-a209-2fea3ef854c2" providerId="ADAL" clId="{DFDCD0C2-651F-48EB-9014-B477B62D2459}" dt="2020-06-16T18:43:12.594" v="210" actId="1076"/>
          <ac:picMkLst>
            <pc:docMk/>
            <pc:sldMk cId="1412899883" sldId="261"/>
            <ac:picMk id="21" creationId="{7A493904-B81F-4903-B6A2-6CB643292929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18:43:01.234" v="205" actId="21"/>
        <pc:sldMkLst>
          <pc:docMk/>
          <pc:sldMk cId="4291834335" sldId="262"/>
        </pc:sldMkLst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4" creationId="{57939EA2-7318-4827-8968-2A46B8A4EB2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5" creationId="{99D2DB4E-D815-41C6-8D9E-6B9788773643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6" creationId="{945977F7-266C-4B51-B5E2-51319807C7B2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7" creationId="{BE321816-5B35-4659-936B-30606D5A1534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8" creationId="{1D4CC952-E866-420B-A52D-6BE949B3F3C9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9" creationId="{91EC1BC9-DD93-4EF4-AAD6-141DD7DDCA1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0" creationId="{CB208260-EECF-4540-A875-53DD8E0224E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1" creationId="{396F85C6-AF48-42D3-9842-30928027BE36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2" creationId="{EEC1E576-AE2F-4B0E-BE37-42DB6AA3D75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3" creationId="{85D8F795-C513-4600-AF33-2CB06159517D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4" creationId="{4385475A-1921-4B47-AB76-BEADA55CD3B1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5" creationId="{9F65834A-978F-43A2-9DB2-4CBD6CC0FE2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6" creationId="{A740606C-5052-4EE9-AA80-25729F1CBD5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7" creationId="{82AA6B44-0E28-4168-B184-F8A935F4DD1C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8" creationId="{541D63CF-C452-4ADD-A938-A7D633CA47F2}"/>
          </ac:spMkLst>
        </pc:spChg>
        <pc:picChg chg="add mod">
          <ac:chgData name="Ricardo Neves" userId="a2420d86-c959-463f-a209-2fea3ef854c2" providerId="ADAL" clId="{DFDCD0C2-651F-48EB-9014-B477B62D2459}" dt="2020-06-16T18:42:36.120" v="200" actId="962"/>
          <ac:picMkLst>
            <pc:docMk/>
            <pc:sldMk cId="4291834335" sldId="262"/>
            <ac:picMk id="3" creationId="{6AB63CEB-ED7E-463F-9DF8-7221C2366909}"/>
          </ac:picMkLst>
        </pc:picChg>
        <pc:picChg chg="add del mod">
          <ac:chgData name="Ricardo Neves" userId="a2420d86-c959-463f-a209-2fea3ef854c2" providerId="ADAL" clId="{DFDCD0C2-651F-48EB-9014-B477B62D2459}" dt="2020-06-16T18:43:01.234" v="205" actId="21"/>
          <ac:picMkLst>
            <pc:docMk/>
            <pc:sldMk cId="4291834335" sldId="262"/>
            <ac:picMk id="20" creationId="{5284E0B6-379A-4119-BBDA-8A32176EEF7D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21:48:02.974" v="1259" actId="478"/>
        <pc:sldMkLst>
          <pc:docMk/>
          <pc:sldMk cId="161192686" sldId="263"/>
        </pc:sldMkLst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5" creationId="{27C3D95B-6E8D-4A1D-9195-8593B0AF07DA}"/>
          </ac:spMkLst>
        </pc:spChg>
        <pc:spChg chg="add del mod">
          <ac:chgData name="Ricardo Neves" userId="a2420d86-c959-463f-a209-2fea3ef854c2" providerId="ADAL" clId="{DFDCD0C2-651F-48EB-9014-B477B62D2459}" dt="2020-06-16T21:48:02.974" v="1259" actId="478"/>
          <ac:spMkLst>
            <pc:docMk/>
            <pc:sldMk cId="161192686" sldId="263"/>
            <ac:spMk id="31" creationId="{9FC6F43E-8EA4-49C5-BE9B-1E2720ED9647}"/>
          </ac:spMkLst>
        </pc:spChg>
        <pc:spChg chg="del mod">
          <ac:chgData name="Ricardo Neves" userId="a2420d86-c959-463f-a209-2fea3ef854c2" providerId="ADAL" clId="{DFDCD0C2-651F-48EB-9014-B477B62D2459}" dt="2020-06-16T21:47:57.070" v="1257" actId="478"/>
          <ac:spMkLst>
            <pc:docMk/>
            <pc:sldMk cId="161192686" sldId="263"/>
            <ac:spMk id="33" creationId="{F7D1E51A-CD42-43EA-ACBE-FCC17AF13E81}"/>
          </ac:spMkLst>
        </pc:spChg>
        <pc:spChg chg="mod">
          <ac:chgData name="Ricardo Neves" userId="a2420d86-c959-463f-a209-2fea3ef854c2" providerId="ADAL" clId="{DFDCD0C2-651F-48EB-9014-B477B62D2459}" dt="2020-06-16T21:48:00.486" v="1258" actId="20577"/>
          <ac:spMkLst>
            <pc:docMk/>
            <pc:sldMk cId="161192686" sldId="263"/>
            <ac:spMk id="35" creationId="{8906FFB2-F101-4A58-9485-8719B9B3B704}"/>
          </ac:spMkLst>
        </pc:spChg>
        <pc:spChg chg="del mod">
          <ac:chgData name="Ricardo Neves" userId="a2420d86-c959-463f-a209-2fea3ef854c2" providerId="ADAL" clId="{DFDCD0C2-651F-48EB-9014-B477B62D2459}" dt="2020-06-16T21:47:53.243" v="1255" actId="478"/>
          <ac:spMkLst>
            <pc:docMk/>
            <pc:sldMk cId="161192686" sldId="263"/>
            <ac:spMk id="36" creationId="{15ACE24B-CADA-4528-B546-4B1635EB1F36}"/>
          </ac:spMkLst>
        </pc:spChg>
        <pc:spChg chg="del">
          <ac:chgData name="Ricardo Neves" userId="a2420d86-c959-463f-a209-2fea3ef854c2" providerId="ADAL" clId="{DFDCD0C2-651F-48EB-9014-B477B62D2459}" dt="2020-06-16T21:47:45.088" v="1251" actId="478"/>
          <ac:spMkLst>
            <pc:docMk/>
            <pc:sldMk cId="161192686" sldId="263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7:46.236" v="1253" actId="478"/>
          <ac:spMkLst>
            <pc:docMk/>
            <pc:sldMk cId="161192686" sldId="263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7:44.463" v="1250" actId="478"/>
          <ac:spMkLst>
            <pc:docMk/>
            <pc:sldMk cId="161192686" sldId="263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7:45.690" v="1252" actId="478"/>
          <ac:spMkLst>
            <pc:docMk/>
            <pc:sldMk cId="161192686" sldId="263"/>
            <ac:spMk id="51" creationId="{6B032C71-E69C-46DC-940E-88FBD121C5CE}"/>
          </ac:spMkLst>
        </pc:spChg>
      </pc:sldChg>
      <pc:sldChg chg="add del">
        <pc:chgData name="Ricardo Neves" userId="a2420d86-c959-463f-a209-2fea3ef854c2" providerId="ADAL" clId="{DFDCD0C2-651F-48EB-9014-B477B62D2459}" dt="2020-06-16T19:26:54.042" v="985" actId="2696"/>
        <pc:sldMkLst>
          <pc:docMk/>
          <pc:sldMk cId="2144700219" sldId="263"/>
        </pc:sldMkLst>
      </pc:sldChg>
      <pc:sldChg chg="delSp modSp add mod">
        <pc:chgData name="Ricardo Neves" userId="a2420d86-c959-463f-a209-2fea3ef854c2" providerId="ADAL" clId="{DFDCD0C2-651F-48EB-9014-B477B62D2459}" dt="2020-06-16T21:49:06.702" v="1299" actId="20577"/>
        <pc:sldMkLst>
          <pc:docMk/>
          <pc:sldMk cId="4191338763" sldId="264"/>
        </pc:sldMkLst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05.595" v="1298" actId="478"/>
          <ac:spMkLst>
            <pc:docMk/>
            <pc:sldMk cId="4191338763" sldId="264"/>
            <ac:spMk id="31" creationId="{9050AAA7-6BDF-4F4F-8327-463F17DB1B30}"/>
          </ac:spMkLst>
        </pc:spChg>
        <pc:spChg chg="mod">
          <ac:chgData name="Ricardo Neves" userId="a2420d86-c959-463f-a209-2fea3ef854c2" providerId="ADAL" clId="{DFDCD0C2-651F-48EB-9014-B477B62D2459}" dt="2020-06-16T21:49:06.702" v="1299" actId="20577"/>
          <ac:spMkLst>
            <pc:docMk/>
            <pc:sldMk cId="4191338763" sldId="264"/>
            <ac:spMk id="33" creationId="{5BCA47C1-724C-4770-B074-D91989029D37}"/>
          </ac:spMkLst>
        </pc:spChg>
        <pc:spChg chg="del mod">
          <ac:chgData name="Ricardo Neves" userId="a2420d86-c959-463f-a209-2fea3ef854c2" providerId="ADAL" clId="{DFDCD0C2-651F-48EB-9014-B477B62D2459}" dt="2020-06-16T21:49:02.728" v="1296" actId="478"/>
          <ac:spMkLst>
            <pc:docMk/>
            <pc:sldMk cId="4191338763" sldId="264"/>
            <ac:spMk id="35" creationId="{90432F20-DEF9-4274-B641-8A8C9EE11307}"/>
          </ac:spMkLst>
        </pc:spChg>
        <pc:spChg chg="del">
          <ac:chgData name="Ricardo Neves" userId="a2420d86-c959-463f-a209-2fea3ef854c2" providerId="ADAL" clId="{DFDCD0C2-651F-48EB-9014-B477B62D2459}" dt="2020-06-16T21:48:48.921" v="1290" actId="478"/>
          <ac:spMkLst>
            <pc:docMk/>
            <pc:sldMk cId="4191338763" sldId="264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8:52.211" v="1293" actId="478"/>
          <ac:spMkLst>
            <pc:docMk/>
            <pc:sldMk cId="4191338763" sldId="264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8:50.381" v="1291" actId="478"/>
          <ac:spMkLst>
            <pc:docMk/>
            <pc:sldMk cId="4191338763" sldId="264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8:51.215" v="1292" actId="478"/>
          <ac:spMkLst>
            <pc:docMk/>
            <pc:sldMk cId="4191338763" sldId="264"/>
            <ac:spMk id="51" creationId="{6B032C71-E69C-46DC-940E-88FBD121C5CE}"/>
          </ac:spMkLst>
        </pc:spChg>
      </pc:sldChg>
      <pc:sldChg chg="delSp modSp add mod">
        <pc:chgData name="Ricardo Neves" userId="a2420d86-c959-463f-a209-2fea3ef854c2" providerId="ADAL" clId="{DFDCD0C2-651F-48EB-9014-B477B62D2459}" dt="2020-06-16T21:49:25.618" v="1307" actId="478"/>
        <pc:sldMkLst>
          <pc:docMk/>
          <pc:sldMk cId="2972607910" sldId="265"/>
        </pc:sldMkLst>
        <pc:spChg chg="del 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25.618" v="1307" actId="478"/>
          <ac:spMkLst>
            <pc:docMk/>
            <pc:sldMk cId="2972607910" sldId="265"/>
            <ac:spMk id="31" creationId="{C4784DA6-998F-4F85-B227-A5E3953F7A4C}"/>
          </ac:spMkLst>
        </pc:spChg>
        <pc:spChg chg="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33" creationId="{7FBD26DC-B033-4348-AD64-B9D0168B6FB2}"/>
          </ac:spMkLst>
        </pc:spChg>
        <pc:spChg chg="del mod">
          <ac:chgData name="Ricardo Neves" userId="a2420d86-c959-463f-a209-2fea3ef854c2" providerId="ADAL" clId="{DFDCD0C2-651F-48EB-9014-B477B62D2459}" dt="2020-06-16T21:49:24.595" v="1306" actId="478"/>
          <ac:spMkLst>
            <pc:docMk/>
            <pc:sldMk cId="2972607910" sldId="265"/>
            <ac:spMk id="35" creationId="{83753C1A-ABF7-4125-9AEA-9FF6F83605D8}"/>
          </ac:spMkLst>
        </pc:spChg>
        <pc:spChg chg="del">
          <ac:chgData name="Ricardo Neves" userId="a2420d86-c959-463f-a209-2fea3ef854c2" providerId="ADAL" clId="{DFDCD0C2-651F-48EB-9014-B477B62D2459}" dt="2020-06-16T21:49:11.732" v="1300" actId="478"/>
          <ac:spMkLst>
            <pc:docMk/>
            <pc:sldMk cId="2972607910" sldId="265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9:14.423" v="1303" actId="478"/>
          <ac:spMkLst>
            <pc:docMk/>
            <pc:sldMk cId="2972607910" sldId="265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12.243" v="1301" actId="478"/>
          <ac:spMkLst>
            <pc:docMk/>
            <pc:sldMk cId="2972607910" sldId="265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12.856" v="1302" actId="478"/>
          <ac:spMkLst>
            <pc:docMk/>
            <pc:sldMk cId="2972607910" sldId="265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1" creationId="{6B032C71-E69C-46DC-940E-88FBD121C5CE}"/>
          </ac:spMkLst>
        </pc:spChg>
      </pc:sldChg>
      <pc:sldChg chg="addSp delSp modSp add mod">
        <pc:chgData name="Ricardo Neves" userId="a2420d86-c959-463f-a209-2fea3ef854c2" providerId="ADAL" clId="{DFDCD0C2-651F-48EB-9014-B477B62D2459}" dt="2020-06-16T21:50:15.633" v="1355" actId="207"/>
        <pc:sldMkLst>
          <pc:docMk/>
          <pc:sldMk cId="1533287446" sldId="266"/>
        </pc:sldMkLst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5" creationId="{27C3D95B-6E8D-4A1D-9195-8593B0AF07DA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1" creationId="{9A61C751-A7C3-4653-8C9C-1EE9A5BF7A6C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3" creationId="{4FDE3891-6A31-4BA7-BE51-46B327886F50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5" creationId="{E06D3B7F-1C71-44BB-97AD-17C71E4DC090}"/>
          </ac:spMkLst>
        </pc:spChg>
        <pc:spChg chg="del mod">
          <ac:chgData name="Ricardo Neves" userId="a2420d86-c959-463f-a209-2fea3ef854c2" providerId="ADAL" clId="{DFDCD0C2-651F-48EB-9014-B477B62D2459}" dt="2020-06-16T21:49:54.902" v="1316" actId="478"/>
          <ac:spMkLst>
            <pc:docMk/>
            <pc:sldMk cId="1533287446" sldId="266"/>
            <ac:spMk id="36" creationId="{81BBC53B-7CAA-4078-832E-A72AED61E19D}"/>
          </ac:spMkLst>
        </pc:spChg>
        <pc:spChg chg="mod">
          <ac:chgData name="Ricardo Neves" userId="a2420d86-c959-463f-a209-2fea3ef854c2" providerId="ADAL" clId="{DFDCD0C2-651F-48EB-9014-B477B62D2459}" dt="2020-06-16T21:50:15.633" v="1355" actId="207"/>
          <ac:spMkLst>
            <pc:docMk/>
            <pc:sldMk cId="1533287446" sldId="266"/>
            <ac:spMk id="37" creationId="{85CA0AF7-8902-4342-B91B-D123B6BD333C}"/>
          </ac:spMkLst>
        </pc:spChg>
        <pc:spChg chg="del mod">
          <ac:chgData name="Ricardo Neves" userId="a2420d86-c959-463f-a209-2fea3ef854c2" providerId="ADAL" clId="{DFDCD0C2-651F-48EB-9014-B477B62D2459}" dt="2020-06-16T21:49:54.055" v="1315" actId="478"/>
          <ac:spMkLst>
            <pc:docMk/>
            <pc:sldMk cId="1533287446" sldId="266"/>
            <ac:spMk id="38" creationId="{3193263E-CE52-4038-849F-D8AFC117DA15}"/>
          </ac:spMkLst>
        </pc:spChg>
        <pc:spChg chg="add del mod">
          <ac:chgData name="Ricardo Neves" userId="a2420d86-c959-463f-a209-2fea3ef854c2" providerId="ADAL" clId="{DFDCD0C2-651F-48EB-9014-B477B62D2459}" dt="2020-06-16T21:50:03.413" v="1320" actId="478"/>
          <ac:spMkLst>
            <pc:docMk/>
            <pc:sldMk cId="1533287446" sldId="266"/>
            <ac:spMk id="39" creationId="{6CB23AF9-CC3C-4155-AF3E-0673708166D8}"/>
          </ac:spMkLst>
        </pc:spChg>
        <pc:spChg chg="del">
          <ac:chgData name="Ricardo Neves" userId="a2420d86-c959-463f-a209-2fea3ef854c2" providerId="ADAL" clId="{DFDCD0C2-651F-48EB-9014-B477B62D2459}" dt="2020-06-16T21:49:29.481" v="1308" actId="478"/>
          <ac:spMkLst>
            <pc:docMk/>
            <pc:sldMk cId="1533287446" sldId="266"/>
            <ac:spMk id="47" creationId="{31F42C29-8F42-4E88-9895-F39CDE8C3632}"/>
          </ac:spMkLst>
        </pc:spChg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30.043" v="1309" actId="478"/>
          <ac:spMkLst>
            <pc:docMk/>
            <pc:sldMk cId="1533287446" sldId="266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30.491" v="1310" actId="478"/>
          <ac:spMkLst>
            <pc:docMk/>
            <pc:sldMk cId="1533287446" sldId="266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30.842" v="1311" actId="478"/>
          <ac:spMkLst>
            <pc:docMk/>
            <pc:sldMk cId="1533287446" sldId="266"/>
            <ac:spMk id="51" creationId="{6B032C71-E69C-46DC-940E-88FBD121C5CE}"/>
          </ac:spMkLst>
        </pc:spChg>
      </pc:sldChg>
    </pc:docChg>
  </pc:docChgLst>
  <pc:docChgLst>
    <pc:chgData name="Ricardo Neves" userId="c57c9de82bfc8463" providerId="LiveId" clId="{DD3D527B-9ACB-4DFB-8021-47D6AD89198C}"/>
    <pc:docChg chg="undo custSel addSld modSld">
      <pc:chgData name="Ricardo Neves" userId="c57c9de82bfc8463" providerId="LiveId" clId="{DD3D527B-9ACB-4DFB-8021-47D6AD89198C}" dt="2020-05-29T13:03:20.311" v="1232" actId="478"/>
      <pc:docMkLst>
        <pc:docMk/>
      </pc:docMkLst>
      <pc:sldChg chg="addSp delSp modSp new mod">
        <pc:chgData name="Ricardo Neves" userId="c57c9de82bfc8463" providerId="LiveId" clId="{DD3D527B-9ACB-4DFB-8021-47D6AD89198C}" dt="2020-05-29T12:08:06.409" v="409" actId="478"/>
        <pc:sldMkLst>
          <pc:docMk/>
          <pc:sldMk cId="331609165" sldId="256"/>
        </pc:sldMkLst>
        <pc:spChg chg="del">
          <ac:chgData name="Ricardo Neves" userId="c57c9de82bfc8463" providerId="LiveId" clId="{DD3D527B-9ACB-4DFB-8021-47D6AD89198C}" dt="2020-05-27T20:03:10.351" v="1" actId="478"/>
          <ac:spMkLst>
            <pc:docMk/>
            <pc:sldMk cId="331609165" sldId="256"/>
            <ac:spMk id="2" creationId="{DBBBA9D7-4D09-450D-80B5-EF561464867C}"/>
          </ac:spMkLst>
        </pc:spChg>
        <pc:spChg chg="del">
          <ac:chgData name="Ricardo Neves" userId="c57c9de82bfc8463" providerId="LiveId" clId="{DD3D527B-9ACB-4DFB-8021-47D6AD89198C}" dt="2020-05-27T20:03:13.266" v="2" actId="478"/>
          <ac:spMkLst>
            <pc:docMk/>
            <pc:sldMk cId="331609165" sldId="256"/>
            <ac:spMk id="3" creationId="{592AEDAD-E38A-49D3-9C1A-316AA67843EF}"/>
          </ac:spMkLst>
        </pc:spChg>
        <pc:spChg chg="add del mod">
          <ac:chgData name="Ricardo Neves" userId="c57c9de82bfc8463" providerId="LiveId" clId="{DD3D527B-9ACB-4DFB-8021-47D6AD89198C}" dt="2020-05-29T12:08:06.409" v="409" actId="478"/>
          <ac:spMkLst>
            <pc:docMk/>
            <pc:sldMk cId="331609165" sldId="256"/>
            <ac:spMk id="3" creationId="{65CA6B62-7C99-4F04-9BA8-46AA46E73757}"/>
          </ac:spMkLst>
        </pc:spChg>
        <pc:picChg chg="add mod modCrop">
          <ac:chgData name="Ricardo Neves" userId="c57c9de82bfc8463" providerId="LiveId" clId="{DD3D527B-9ACB-4DFB-8021-47D6AD89198C}" dt="2020-05-27T20:05:32.863" v="20" actId="732"/>
          <ac:picMkLst>
            <pc:docMk/>
            <pc:sldMk cId="331609165" sldId="256"/>
            <ac:picMk id="5" creationId="{0A82394C-4041-4B6B-9069-CBFDA0170068}"/>
          </ac:picMkLst>
        </pc:picChg>
      </pc:sldChg>
      <pc:sldChg chg="addSp delSp modSp new mod">
        <pc:chgData name="Ricardo Neves" userId="c57c9de82bfc8463" providerId="LiveId" clId="{DD3D527B-9ACB-4DFB-8021-47D6AD89198C}" dt="2020-05-29T13:02:45.227" v="1229" actId="478"/>
        <pc:sldMkLst>
          <pc:docMk/>
          <pc:sldMk cId="717889628" sldId="257"/>
        </pc:sldMkLst>
        <pc:spChg chg="del">
          <ac:chgData name="Ricardo Neves" userId="c57c9de82bfc8463" providerId="LiveId" clId="{DD3D527B-9ACB-4DFB-8021-47D6AD89198C}" dt="2020-05-27T20:03:23.980" v="4" actId="478"/>
          <ac:spMkLst>
            <pc:docMk/>
            <pc:sldMk cId="717889628" sldId="257"/>
            <ac:spMk id="2" creationId="{2FE284A3-7409-4E76-A4D8-7BE9DDA3B0F5}"/>
          </ac:spMkLst>
        </pc:spChg>
        <pc:spChg chg="add del mod">
          <ac:chgData name="Ricardo Neves" userId="c57c9de82bfc8463" providerId="LiveId" clId="{DD3D527B-9ACB-4DFB-8021-47D6AD89198C}" dt="2020-05-29T13:02:45.227" v="1229" actId="478"/>
          <ac:spMkLst>
            <pc:docMk/>
            <pc:sldMk cId="717889628" sldId="257"/>
            <ac:spMk id="2" creationId="{6948D747-0B93-4D9A-A40C-D24245925C96}"/>
          </ac:spMkLst>
        </pc:spChg>
        <pc:spChg chg="del">
          <ac:chgData name="Ricardo Neves" userId="c57c9de82bfc8463" providerId="LiveId" clId="{DD3D527B-9ACB-4DFB-8021-47D6AD89198C}" dt="2020-05-27T20:03:24.987" v="5" actId="478"/>
          <ac:spMkLst>
            <pc:docMk/>
            <pc:sldMk cId="717889628" sldId="257"/>
            <ac:spMk id="3" creationId="{26B6EE81-DC86-4059-A530-45732E382139}"/>
          </ac:spMkLst>
        </pc:spChg>
        <pc:spChg chg="add mod">
          <ac:chgData name="Ricardo Neves" userId="c57c9de82bfc8463" providerId="LiveId" clId="{DD3D527B-9ACB-4DFB-8021-47D6AD89198C}" dt="2020-05-29T12:15:53.194" v="438" actId="14100"/>
          <ac:spMkLst>
            <pc:docMk/>
            <pc:sldMk cId="717889628" sldId="257"/>
            <ac:spMk id="3" creationId="{A76D453A-5618-4EED-8D7C-9C02641CF869}"/>
          </ac:spMkLst>
        </pc:spChg>
        <pc:spChg chg="add mod">
          <ac:chgData name="Ricardo Neves" userId="c57c9de82bfc8463" providerId="LiveId" clId="{DD3D527B-9ACB-4DFB-8021-47D6AD89198C}" dt="2020-05-29T12:32:33.177" v="706" actId="108"/>
          <ac:spMkLst>
            <pc:docMk/>
            <pc:sldMk cId="717889628" sldId="257"/>
            <ac:spMk id="4" creationId="{76D552AA-AAAA-4D6A-9D3D-7CFB4FCFB168}"/>
          </ac:spMkLst>
        </pc:spChg>
        <pc:spChg chg="add mod">
          <ac:chgData name="Ricardo Neves" userId="c57c9de82bfc8463" providerId="LiveId" clId="{DD3D527B-9ACB-4DFB-8021-47D6AD89198C}" dt="2020-05-29T12:19:08.714" v="531" actId="207"/>
          <ac:spMkLst>
            <pc:docMk/>
            <pc:sldMk cId="717889628" sldId="257"/>
            <ac:spMk id="6" creationId="{D3907CCD-D724-44DB-BB50-D1E66B8B71AA}"/>
          </ac:spMkLst>
        </pc:spChg>
        <pc:spChg chg="add del mod">
          <ac:chgData name="Ricardo Neves" userId="c57c9de82bfc8463" providerId="LiveId" clId="{DD3D527B-9ACB-4DFB-8021-47D6AD89198C}" dt="2020-05-29T12:16:01.234" v="440" actId="478"/>
          <ac:spMkLst>
            <pc:docMk/>
            <pc:sldMk cId="717889628" sldId="257"/>
            <ac:spMk id="8" creationId="{451D5E59-4F92-409D-B3F2-6B362DF8EB06}"/>
          </ac:spMkLst>
        </pc:spChg>
        <pc:spChg chg="add mod">
          <ac:chgData name="Ricardo Neves" userId="c57c9de82bfc8463" providerId="LiveId" clId="{DD3D527B-9ACB-4DFB-8021-47D6AD89198C}" dt="2020-05-29T12:16:05.818" v="442" actId="1076"/>
          <ac:spMkLst>
            <pc:docMk/>
            <pc:sldMk cId="717889628" sldId="257"/>
            <ac:spMk id="9" creationId="{8FABB0C2-D8C7-4801-AD2C-6AF372291DDC}"/>
          </ac:spMkLst>
        </pc:spChg>
        <pc:spChg chg="add mod">
          <ac:chgData name="Ricardo Neves" userId="c57c9de82bfc8463" providerId="LiveId" clId="{DD3D527B-9ACB-4DFB-8021-47D6AD89198C}" dt="2020-05-29T12:21:51.970" v="533" actId="1076"/>
          <ac:spMkLst>
            <pc:docMk/>
            <pc:sldMk cId="717889628" sldId="257"/>
            <ac:spMk id="10" creationId="{E4EB24C2-85FB-48CA-9C9B-DB8E8DF9BAD2}"/>
          </ac:spMkLst>
        </pc:spChg>
        <pc:spChg chg="add mod">
          <ac:chgData name="Ricardo Neves" userId="c57c9de82bfc8463" providerId="LiveId" clId="{DD3D527B-9ACB-4DFB-8021-47D6AD89198C}" dt="2020-05-29T12:22:16.249" v="536" actId="1076"/>
          <ac:spMkLst>
            <pc:docMk/>
            <pc:sldMk cId="717889628" sldId="257"/>
            <ac:spMk id="11" creationId="{8A7DA4FD-9E1C-4218-96F0-9A277F002FE4}"/>
          </ac:spMkLst>
        </pc:spChg>
        <pc:spChg chg="add mod">
          <ac:chgData name="Ricardo Neves" userId="c57c9de82bfc8463" providerId="LiveId" clId="{DD3D527B-9ACB-4DFB-8021-47D6AD89198C}" dt="2020-05-29T12:25:04.136" v="562" actId="1076"/>
          <ac:spMkLst>
            <pc:docMk/>
            <pc:sldMk cId="717889628" sldId="257"/>
            <ac:spMk id="12" creationId="{33AA51A4-91AF-4792-B96B-3976A7D75AA1}"/>
          </ac:spMkLst>
        </pc:spChg>
        <pc:spChg chg="add mod">
          <ac:chgData name="Ricardo Neves" userId="c57c9de82bfc8463" providerId="LiveId" clId="{DD3D527B-9ACB-4DFB-8021-47D6AD89198C}" dt="2020-05-29T12:22:30.106" v="540" actId="1076"/>
          <ac:spMkLst>
            <pc:docMk/>
            <pc:sldMk cId="717889628" sldId="257"/>
            <ac:spMk id="13" creationId="{B17588EA-C188-4D0D-98F6-69AAA0681FF9}"/>
          </ac:spMkLst>
        </pc:spChg>
        <pc:spChg chg="add mod">
          <ac:chgData name="Ricardo Neves" userId="c57c9de82bfc8463" providerId="LiveId" clId="{DD3D527B-9ACB-4DFB-8021-47D6AD89198C}" dt="2020-05-29T12:23:03.457" v="542" actId="1076"/>
          <ac:spMkLst>
            <pc:docMk/>
            <pc:sldMk cId="717889628" sldId="257"/>
            <ac:spMk id="14" creationId="{B065BDAB-2991-4D6E-B172-0965E8A2D444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5" creationId="{9A8D1ED2-6A44-4BBF-A16F-F84CABDAC6F6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6" creationId="{FEB54817-CC4A-43C8-955C-5027FF3846D2}"/>
          </ac:spMkLst>
        </pc:spChg>
        <pc:spChg chg="add del mod">
          <ac:chgData name="Ricardo Neves" userId="c57c9de82bfc8463" providerId="LiveId" clId="{DD3D527B-9ACB-4DFB-8021-47D6AD89198C}" dt="2020-05-29T12:24:07.945" v="549"/>
          <ac:spMkLst>
            <pc:docMk/>
            <pc:sldMk cId="717889628" sldId="257"/>
            <ac:spMk id="17" creationId="{8303B442-C0D1-47BE-A757-B8CF90E20FD9}"/>
          </ac:spMkLst>
        </pc:spChg>
        <pc:spChg chg="add mod">
          <ac:chgData name="Ricardo Neves" userId="c57c9de82bfc8463" providerId="LiveId" clId="{DD3D527B-9ACB-4DFB-8021-47D6AD89198C}" dt="2020-05-29T12:25:17.304" v="564"/>
          <ac:spMkLst>
            <pc:docMk/>
            <pc:sldMk cId="717889628" sldId="257"/>
            <ac:spMk id="18" creationId="{9B05F18B-2FB4-4D4C-9A34-7CB5DD0FFA0A}"/>
          </ac:spMkLst>
        </pc:spChg>
        <pc:spChg chg="add mod">
          <ac:chgData name="Ricardo Neves" userId="c57c9de82bfc8463" providerId="LiveId" clId="{DD3D527B-9ACB-4DFB-8021-47D6AD89198C}" dt="2020-05-29T12:25:19.769" v="565"/>
          <ac:spMkLst>
            <pc:docMk/>
            <pc:sldMk cId="717889628" sldId="257"/>
            <ac:spMk id="19" creationId="{05B5AE50-2612-45B9-8335-33CA1BF9AB2A}"/>
          </ac:spMkLst>
        </pc:spChg>
        <pc:spChg chg="add mod">
          <ac:chgData name="Ricardo Neves" userId="c57c9de82bfc8463" providerId="LiveId" clId="{DD3D527B-9ACB-4DFB-8021-47D6AD89198C}" dt="2020-05-29T12:26:38.919" v="577"/>
          <ac:spMkLst>
            <pc:docMk/>
            <pc:sldMk cId="717889628" sldId="257"/>
            <ac:spMk id="20" creationId="{CEC8C10E-6ABF-4CCE-B00E-ACDF24EE35B0}"/>
          </ac:spMkLst>
        </pc:spChg>
        <pc:spChg chg="add mod">
          <ac:chgData name="Ricardo Neves" userId="c57c9de82bfc8463" providerId="LiveId" clId="{DD3D527B-9ACB-4DFB-8021-47D6AD89198C}" dt="2020-05-29T12:26:41.905" v="578"/>
          <ac:spMkLst>
            <pc:docMk/>
            <pc:sldMk cId="717889628" sldId="257"/>
            <ac:spMk id="21" creationId="{052EF82D-4ED5-4A64-A427-B6AF194052FD}"/>
          </ac:spMkLst>
        </pc:spChg>
        <pc:spChg chg="add mod">
          <ac:chgData name="Ricardo Neves" userId="c57c9de82bfc8463" providerId="LiveId" clId="{DD3D527B-9ACB-4DFB-8021-47D6AD89198C}" dt="2020-05-29T12:26:18.173" v="574" actId="408"/>
          <ac:spMkLst>
            <pc:docMk/>
            <pc:sldMk cId="717889628" sldId="257"/>
            <ac:spMk id="22" creationId="{8AF2339C-9F3A-4FB1-8E1B-22D503535B88}"/>
          </ac:spMkLst>
        </pc:spChg>
        <pc:picChg chg="add mod">
          <ac:chgData name="Ricardo Neves" userId="c57c9de82bfc8463" providerId="LiveId" clId="{DD3D527B-9ACB-4DFB-8021-47D6AD89198C}" dt="2020-05-27T20:03:40.940" v="10" actId="962"/>
          <ac:picMkLst>
            <pc:docMk/>
            <pc:sldMk cId="717889628" sldId="257"/>
            <ac:picMk id="5" creationId="{A1088D64-5570-44D2-9043-F4156C2BCBFC}"/>
          </ac:picMkLst>
        </pc:picChg>
        <pc:picChg chg="add del mod">
          <ac:chgData name="Ricardo Neves" userId="c57c9de82bfc8463" providerId="LiveId" clId="{DD3D527B-9ACB-4DFB-8021-47D6AD89198C}" dt="2020-05-29T12:07:27.001" v="401" actId="478"/>
          <ac:picMkLst>
            <pc:docMk/>
            <pc:sldMk cId="717889628" sldId="257"/>
            <ac:picMk id="7" creationId="{8E6BBD56-5CA7-406D-A537-C028473FC39F}"/>
          </ac:picMkLst>
        </pc:picChg>
        <pc:picChg chg="add del mod">
          <ac:chgData name="Ricardo Neves" userId="c57c9de82bfc8463" providerId="LiveId" clId="{DD3D527B-9ACB-4DFB-8021-47D6AD89198C}" dt="2020-05-29T13:02:30.823" v="1227" actId="478"/>
          <ac:picMkLst>
            <pc:docMk/>
            <pc:sldMk cId="717889628" sldId="257"/>
            <ac:picMk id="23" creationId="{AAA42A8E-9F29-49E5-BFE1-ABF2184CF2EE}"/>
          </ac:picMkLst>
        </pc:picChg>
      </pc:sldChg>
      <pc:sldChg chg="addSp delSp modSp add mod">
        <pc:chgData name="Ricardo Neves" userId="c57c9de82bfc8463" providerId="LiveId" clId="{DD3D527B-9ACB-4DFB-8021-47D6AD89198C}" dt="2020-05-29T13:03:20.311" v="1232" actId="478"/>
        <pc:sldMkLst>
          <pc:docMk/>
          <pc:sldMk cId="4151929289" sldId="258"/>
        </pc:sldMkLst>
        <pc:spChg chg="mod">
          <ac:chgData name="Ricardo Neves" userId="c57c9de82bfc8463" providerId="LiveId" clId="{DD3D527B-9ACB-4DFB-8021-47D6AD89198C}" dt="2020-05-29T12:56:15.942" v="1031" actId="207"/>
          <ac:spMkLst>
            <pc:docMk/>
            <pc:sldMk cId="4151929289" sldId="258"/>
            <ac:spMk id="2" creationId="{6948D747-0B93-4D9A-A40C-D24245925C96}"/>
          </ac:spMkLst>
        </pc:spChg>
        <pc:spChg chg="mod">
          <ac:chgData name="Ricardo Neves" userId="c57c9de82bfc8463" providerId="LiveId" clId="{DD3D527B-9ACB-4DFB-8021-47D6AD89198C}" dt="2020-05-29T12:57:11.663" v="1037" actId="207"/>
          <ac:spMkLst>
            <pc:docMk/>
            <pc:sldMk cId="4151929289" sldId="258"/>
            <ac:spMk id="4" creationId="{76D552AA-AAAA-4D6A-9D3D-7CFB4FCFB168}"/>
          </ac:spMkLst>
        </pc:spChg>
        <pc:spChg chg="mod">
          <ac:chgData name="Ricardo Neves" userId="c57c9de82bfc8463" providerId="LiveId" clId="{DD3D527B-9ACB-4DFB-8021-47D6AD89198C}" dt="2020-05-29T12:55:38.959" v="1026" actId="207"/>
          <ac:spMkLst>
            <pc:docMk/>
            <pc:sldMk cId="4151929289" sldId="258"/>
            <ac:spMk id="6" creationId="{D3907CCD-D724-44DB-BB50-D1E66B8B71AA}"/>
          </ac:spMkLst>
        </pc:spChg>
        <pc:spChg chg="add mod ord">
          <ac:chgData name="Ricardo Neves" userId="c57c9de82bfc8463" providerId="LiveId" clId="{DD3D527B-9ACB-4DFB-8021-47D6AD89198C}" dt="2020-05-29T12:58:32.776" v="1226" actId="207"/>
          <ac:spMkLst>
            <pc:docMk/>
            <pc:sldMk cId="4151929289" sldId="258"/>
            <ac:spMk id="17" creationId="{431C4E07-4DDF-41E9-BBA6-E7ECA251CE1A}"/>
          </ac:spMkLst>
        </pc:spChg>
        <pc:picChg chg="del">
          <ac:chgData name="Ricardo Neves" userId="c57c9de82bfc8463" providerId="LiveId" clId="{DD3D527B-9ACB-4DFB-8021-47D6AD89198C}" dt="2020-05-29T12:51:53.289" v="710" actId="478"/>
          <ac:picMkLst>
            <pc:docMk/>
            <pc:sldMk cId="4151929289" sldId="258"/>
            <ac:picMk id="5" creationId="{A1088D64-5570-44D2-9043-F4156C2BCBFC}"/>
          </ac:picMkLst>
        </pc:picChg>
        <pc:picChg chg="add mod ord">
          <ac:chgData name="Ricardo Neves" userId="c57c9de82bfc8463" providerId="LiveId" clId="{DD3D527B-9ACB-4DFB-8021-47D6AD89198C}" dt="2020-05-29T12:52:35.880" v="717" actId="14100"/>
          <ac:picMkLst>
            <pc:docMk/>
            <pc:sldMk cId="4151929289" sldId="258"/>
            <ac:picMk id="8" creationId="{A5E090AD-93C2-475C-A0D0-AF87962051DB}"/>
          </ac:picMkLst>
        </pc:picChg>
        <pc:picChg chg="del mod">
          <ac:chgData name="Ricardo Neves" userId="c57c9de82bfc8463" providerId="LiveId" clId="{DD3D527B-9ACB-4DFB-8021-47D6AD89198C}" dt="2020-05-29T13:03:20.311" v="1232" actId="478"/>
          <ac:picMkLst>
            <pc:docMk/>
            <pc:sldMk cId="4151929289" sldId="258"/>
            <ac:picMk id="23" creationId="{AAA42A8E-9F29-49E5-BFE1-ABF2184CF2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438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82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6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5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32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43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4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7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0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4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11B57-432B-4855-A7F3-89B13A79E45D}" type="datetimeFigureOut">
              <a:rPr lang="pt-BR" smtClean="0"/>
              <a:t>04/05/2023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08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1520">
          <p15:clr>
            <a:srgbClr val="F26B43"/>
          </p15:clr>
        </p15:guide>
        <p15:guide id="3" pos="160">
          <p15:clr>
            <a:srgbClr val="F26B43"/>
          </p15:clr>
        </p15:guide>
        <p15:guide id="4" pos="811">
          <p15:clr>
            <a:srgbClr val="F26B43"/>
          </p15:clr>
        </p15:guide>
        <p15:guide id="5" pos="971">
          <p15:clr>
            <a:srgbClr val="F26B43"/>
          </p15:clr>
        </p15:guide>
        <p15:guide id="6" pos="1622">
          <p15:clr>
            <a:srgbClr val="F26B43"/>
          </p15:clr>
        </p15:guide>
        <p15:guide id="7" pos="1782">
          <p15:clr>
            <a:srgbClr val="F26B43"/>
          </p15:clr>
        </p15:guide>
        <p15:guide id="8" pos="2434">
          <p15:clr>
            <a:srgbClr val="F26B43"/>
          </p15:clr>
        </p15:guide>
        <p15:guide id="9" pos="2594">
          <p15:clr>
            <a:srgbClr val="F26B43"/>
          </p15:clr>
        </p15:guide>
        <p15:guide id="10" pos="3245">
          <p15:clr>
            <a:srgbClr val="F26B43"/>
          </p15:clr>
        </p15:guide>
        <p15:guide id="11" pos="3405">
          <p15:clr>
            <a:srgbClr val="F26B43"/>
          </p15:clr>
        </p15:guide>
        <p15:guide id="12" pos="4057">
          <p15:clr>
            <a:srgbClr val="F26B43"/>
          </p15:clr>
        </p15:guide>
        <p15:guide id="13" pos="4217">
          <p15:clr>
            <a:srgbClr val="F26B43"/>
          </p15:clr>
        </p15:guide>
        <p15:guide id="14" pos="4868">
          <p15:clr>
            <a:srgbClr val="F26B43"/>
          </p15:clr>
        </p15:guide>
        <p15:guide id="15" pos="5028">
          <p15:clr>
            <a:srgbClr val="F26B43"/>
          </p15:clr>
        </p15:guide>
        <p15:guide id="16" pos="5680">
          <p15:clr>
            <a:srgbClr val="F26B43"/>
          </p15:clr>
        </p15:guide>
        <p15:guide id="17" pos="5840">
          <p15:clr>
            <a:srgbClr val="F26B43"/>
          </p15:clr>
        </p15:guide>
        <p15:guide id="18" pos="6491">
          <p15:clr>
            <a:srgbClr val="F26B43"/>
          </p15:clr>
        </p15:guide>
        <p15:guide id="19" pos="6651">
          <p15:clr>
            <a:srgbClr val="F26B43"/>
          </p15:clr>
        </p15:guide>
        <p15:guide id="20" pos="7302">
          <p15:clr>
            <a:srgbClr val="F26B43"/>
          </p15:clr>
        </p15:guide>
        <p15:guide id="21" pos="7462">
          <p15:clr>
            <a:srgbClr val="F26B43"/>
          </p15:clr>
        </p15:guide>
        <p15:guide id="22" pos="8114">
          <p15:clr>
            <a:srgbClr val="F26B43"/>
          </p15:clr>
        </p15:guide>
        <p15:guide id="23" pos="8274">
          <p15:clr>
            <a:srgbClr val="F26B43"/>
          </p15:clr>
        </p15:guide>
        <p15:guide id="24" pos="8925">
          <p15:clr>
            <a:srgbClr val="F26B43"/>
          </p15:clr>
        </p15:guide>
        <p15:guide id="25" pos="9085">
          <p15:clr>
            <a:srgbClr val="F26B43"/>
          </p15:clr>
        </p15:guide>
        <p15:guide id="26" pos="9737">
          <p15:clr>
            <a:srgbClr val="F26B43"/>
          </p15:clr>
        </p15:guide>
        <p15:guide id="27" pos="9897">
          <p15:clr>
            <a:srgbClr val="F26B43"/>
          </p15:clr>
        </p15:guide>
        <p15:guide id="28" pos="10548">
          <p15:clr>
            <a:srgbClr val="F26B43"/>
          </p15:clr>
        </p15:guide>
        <p15:guide id="29" pos="10708">
          <p15:clr>
            <a:srgbClr val="F26B43"/>
          </p15:clr>
        </p15:guide>
        <p15:guide id="30" pos="11360">
          <p15:clr>
            <a:srgbClr val="F26B43"/>
          </p15:clr>
        </p15:guide>
        <p15:guide id="31" orient="horz">
          <p15:clr>
            <a:srgbClr val="F26B43"/>
          </p15:clr>
        </p15:guide>
        <p15:guide id="32" orient="horz" pos="6480">
          <p15:clr>
            <a:srgbClr val="F26B43"/>
          </p15:clr>
        </p15:guide>
        <p15:guide id="33" orient="horz" pos="302">
          <p15:clr>
            <a:srgbClr val="F26B43"/>
          </p15:clr>
        </p15:guide>
        <p15:guide id="34" orient="horz" pos="462">
          <p15:clr>
            <a:srgbClr val="F26B43"/>
          </p15:clr>
        </p15:guide>
        <p15:guide id="35" orient="horz" pos="765">
          <p15:clr>
            <a:srgbClr val="F26B43"/>
          </p15:clr>
        </p15:guide>
        <p15:guide id="36" orient="horz" pos="925">
          <p15:clr>
            <a:srgbClr val="F26B43"/>
          </p15:clr>
        </p15:guide>
        <p15:guide id="37" orient="horz" pos="1228">
          <p15:clr>
            <a:srgbClr val="F26B43"/>
          </p15:clr>
        </p15:guide>
        <p15:guide id="38" orient="horz" pos="1388">
          <p15:clr>
            <a:srgbClr val="F26B43"/>
          </p15:clr>
        </p15:guide>
        <p15:guide id="39" orient="horz" pos="1691">
          <p15:clr>
            <a:srgbClr val="F26B43"/>
          </p15:clr>
        </p15:guide>
        <p15:guide id="40" orient="horz" pos="1851">
          <p15:clr>
            <a:srgbClr val="F26B43"/>
          </p15:clr>
        </p15:guide>
        <p15:guide id="41" orient="horz" pos="2154">
          <p15:clr>
            <a:srgbClr val="F26B43"/>
          </p15:clr>
        </p15:guide>
        <p15:guide id="42" orient="horz" pos="2314">
          <p15:clr>
            <a:srgbClr val="F26B43"/>
          </p15:clr>
        </p15:guide>
        <p15:guide id="43" orient="horz" pos="2617">
          <p15:clr>
            <a:srgbClr val="F26B43"/>
          </p15:clr>
        </p15:guide>
        <p15:guide id="44" orient="horz" pos="2777">
          <p15:clr>
            <a:srgbClr val="F26B43"/>
          </p15:clr>
        </p15:guide>
        <p15:guide id="45" orient="horz" pos="3080">
          <p15:clr>
            <a:srgbClr val="F26B43"/>
          </p15:clr>
        </p15:guide>
        <p15:guide id="46" orient="horz" pos="3240">
          <p15:clr>
            <a:srgbClr val="F26B43"/>
          </p15:clr>
        </p15:guide>
        <p15:guide id="47" orient="horz" pos="3542">
          <p15:clr>
            <a:srgbClr val="F26B43"/>
          </p15:clr>
        </p15:guide>
        <p15:guide id="48" orient="horz" pos="3702">
          <p15:clr>
            <a:srgbClr val="F26B43"/>
          </p15:clr>
        </p15:guide>
        <p15:guide id="49" orient="horz" pos="4005">
          <p15:clr>
            <a:srgbClr val="F26B43"/>
          </p15:clr>
        </p15:guide>
        <p15:guide id="50" orient="horz" pos="4165">
          <p15:clr>
            <a:srgbClr val="F26B43"/>
          </p15:clr>
        </p15:guide>
        <p15:guide id="51" orient="horz" pos="4468">
          <p15:clr>
            <a:srgbClr val="F26B43"/>
          </p15:clr>
        </p15:guide>
        <p15:guide id="52" orient="horz" pos="4628">
          <p15:clr>
            <a:srgbClr val="F26B43"/>
          </p15:clr>
        </p15:guide>
        <p15:guide id="53" orient="horz" pos="4931">
          <p15:clr>
            <a:srgbClr val="F26B43"/>
          </p15:clr>
        </p15:guide>
        <p15:guide id="54" orient="horz" pos="5091">
          <p15:clr>
            <a:srgbClr val="F26B43"/>
          </p15:clr>
        </p15:guide>
        <p15:guide id="55" orient="horz" pos="5394">
          <p15:clr>
            <a:srgbClr val="F26B43"/>
          </p15:clr>
        </p15:guide>
        <p15:guide id="56" orient="horz" pos="5554">
          <p15:clr>
            <a:srgbClr val="F26B43"/>
          </p15:clr>
        </p15:guide>
        <p15:guide id="57" orient="horz" pos="5857">
          <p15:clr>
            <a:srgbClr val="F26B43"/>
          </p15:clr>
        </p15:guide>
        <p15:guide id="58" orient="horz" pos="6017">
          <p15:clr>
            <a:srgbClr val="F26B43"/>
          </p15:clr>
        </p15:guide>
        <p15:guide id="59" orient="horz" pos="6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image" Target="../media/image1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5.png"/><Relationship Id="rId5" Type="http://schemas.openxmlformats.org/officeDocument/2006/relationships/image" Target="../media/image14.sv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EFF3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29D170A-7E8F-4BB0-BC9F-5B0DDFC48210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E0A129BC-151E-4600-A141-3D9BB1DC1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789BE476-3412-428B-B5EA-0F55B9D72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08A55-25D2-46ED-9F79-0DA54B9D0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C15CC85-19A4-4318-903F-6711D24CED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D0C1B71D-DF56-432B-9F13-EB1A5611DF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B7832DD-942C-4709-B33C-77AC5DA720A5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AD5EC19-BBA2-4973-A4E8-1D2AB927384A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9FE1196-0647-43B8-9D30-A7D830FC01B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67C039C0-5312-4A35-AF4F-B780636859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D1B446DF-D0E0-4B08-B58D-02BAA849D9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0183D529-CFF8-4FA5-92EE-94E895DD06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3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72CFD4-8433-F6B8-079F-4B37F2AEC8AA}"/>
              </a:ext>
            </a:extLst>
          </p:cNvPr>
          <p:cNvSpPr/>
          <p:nvPr/>
        </p:nvSpPr>
        <p:spPr>
          <a:xfrm>
            <a:off x="339365" y="84841"/>
            <a:ext cx="11717517" cy="6608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4BB8DA-C397-06CC-5B8E-C34B51A0F057}"/>
              </a:ext>
            </a:extLst>
          </p:cNvPr>
          <p:cNvSpPr/>
          <p:nvPr/>
        </p:nvSpPr>
        <p:spPr>
          <a:xfrm>
            <a:off x="1338606" y="84841"/>
            <a:ext cx="10718276" cy="66081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4F60D0-9ED6-7DAB-3289-26CFE7D9697A}"/>
              </a:ext>
            </a:extLst>
          </p:cNvPr>
          <p:cNvSpPr/>
          <p:nvPr/>
        </p:nvSpPr>
        <p:spPr>
          <a:xfrm>
            <a:off x="1404593" y="2036187"/>
            <a:ext cx="5264871" cy="21116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AA0E86-67AD-8CA9-9BF0-3524E35DBB39}"/>
              </a:ext>
            </a:extLst>
          </p:cNvPr>
          <p:cNvSpPr/>
          <p:nvPr/>
        </p:nvSpPr>
        <p:spPr>
          <a:xfrm>
            <a:off x="6740165" y="2036188"/>
            <a:ext cx="5387417" cy="21116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5E1795-19C2-625F-825E-EC7EBA523221}"/>
              </a:ext>
            </a:extLst>
          </p:cNvPr>
          <p:cNvSpPr/>
          <p:nvPr/>
        </p:nvSpPr>
        <p:spPr>
          <a:xfrm>
            <a:off x="1404593" y="4270340"/>
            <a:ext cx="5264871" cy="21116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AE3D2F-06AF-FFDC-C967-6F22BC9033C2}"/>
              </a:ext>
            </a:extLst>
          </p:cNvPr>
          <p:cNvSpPr/>
          <p:nvPr/>
        </p:nvSpPr>
        <p:spPr>
          <a:xfrm>
            <a:off x="6740165" y="4270341"/>
            <a:ext cx="5387417" cy="21116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BFACF5-83B3-C91F-FA4E-DF04D4311BA0}"/>
              </a:ext>
            </a:extLst>
          </p:cNvPr>
          <p:cNvSpPr/>
          <p:nvPr/>
        </p:nvSpPr>
        <p:spPr>
          <a:xfrm>
            <a:off x="1652048" y="801274"/>
            <a:ext cx="10176234" cy="1112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7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814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BB889D6-8670-4956-ADE2-07A398BC5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D0EFDA94-AC1E-43CC-AE0A-B42EA97B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CAF52AFC-7F5A-4311-8F45-9D08992A2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589FEAFD-2DAF-4245-8BC6-B30F0BA5E0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2D67F16-C20A-4C0E-8A68-CFBA68830A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4458B19A-9BB4-4968-BB5E-C5634C92EE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7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8143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BB889D6-8670-4956-ADE2-07A398BC5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D0EFDA94-AC1E-43CC-AE0A-B42EA97B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CAF52AFC-7F5A-4311-8F45-9D08992A2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589FEAFD-2DAF-4245-8BC6-B30F0BA5E0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2D67F16-C20A-4C0E-8A68-CFBA68830A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4458B19A-9BB4-4968-BB5E-C5634C92EE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60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E2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schemeClr val="lt1"/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B24E588-8F56-48A2-9DA1-1FB9A084D013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789D40AA-ED16-4E17-BC7D-A96FA1E96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07CA785D-4B85-4DEE-A239-7DF81FB1A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312EF-5FDE-4906-AED0-99A00F03A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9796783-D828-4876-B348-E2E40C549B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3000747E-5B0C-4C4F-8A1A-174B0E92EA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F5DF501-FCEE-4DCC-8397-2E95F4EA2507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7EC6B1E-9E7B-4ABA-BE19-3A7F8A52781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818F940-9FCA-4F5C-BE5B-C22291174F8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FC9F3399-2ECD-4915-920F-E452D4390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6E3CA8B-5D2A-40A1-A481-994857D8D8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2F3145A2-5ADD-45B5-91A3-90F28BA2D9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9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6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6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5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F6F6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6A76F82E-9B19-421B-86F5-25CB3A5CACDB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F70632F-C7CB-44BC-98BC-7EBB70708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E2302F7-E5CA-40E4-8922-B81012BC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48586539-7528-42ED-94EE-9204AF0B3D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462DD594-D5A1-4981-AD1A-DBE8AA7A47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99190C77-140D-4B95-B288-F20C05C755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034A78F-F9CE-42A1-B890-BED0449A688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7A3B573-4188-4A72-BF71-1D46FE564A6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AE02376-1935-4D37-9BB6-E3F6A26DEB20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284E1198-E96C-4C4C-9CE4-FDA4818756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7CE1EED8-27B8-475A-95BA-6E6E128FC2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FE967E3C-F19B-4074-89F8-E06A55AD28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0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6663229" y="2145151"/>
            <a:ext cx="5171149" cy="4371600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24C2A06-877B-4816-BCDC-2C115F88ED26}"/>
              </a:ext>
            </a:extLst>
          </p:cNvPr>
          <p:cNvGrpSpPr/>
          <p:nvPr/>
        </p:nvGrpSpPr>
        <p:grpSpPr>
          <a:xfrm>
            <a:off x="1684742" y="2322959"/>
            <a:ext cx="4389120" cy="4193792"/>
            <a:chOff x="1684742" y="2242506"/>
            <a:chExt cx="4389120" cy="4193792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D99C8574-4244-46BE-A94C-C1AF587EE5C3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F3BBA5CA-B90C-44E0-B0CA-554D6425B292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48724008-8E39-43A2-BBAA-A9C4E4B3A7F8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86AD2FCF-88A3-483C-996E-C8E01A5E5B18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8A800269-FB2A-4861-BCCD-8E8FEF90DABD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3BDAA0FA-67DF-4CC4-8E98-64DC2F8053B2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39" name="Gráfico 38" descr="Troféu">
              <a:extLst>
                <a:ext uri="{FF2B5EF4-FFF2-40B4-BE49-F238E27FC236}">
                  <a16:creationId xmlns:a16="http://schemas.microsoft.com/office/drawing/2014/main" id="{60203333-FFF0-4E9B-B8CB-18482A547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41" name="Gráfico 40" descr="Medalha">
              <a:extLst>
                <a:ext uri="{FF2B5EF4-FFF2-40B4-BE49-F238E27FC236}">
                  <a16:creationId xmlns:a16="http://schemas.microsoft.com/office/drawing/2014/main" id="{FA04C93C-9A64-4529-80B8-585CCCEAB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42" name="Gráfico 41" descr="Medalha">
              <a:extLst>
                <a:ext uri="{FF2B5EF4-FFF2-40B4-BE49-F238E27FC236}">
                  <a16:creationId xmlns:a16="http://schemas.microsoft.com/office/drawing/2014/main" id="{D258AB2F-DEBE-4FC4-B2C8-32FF3D7C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60" name="Retângulo Arredondado 64">
            <a:extLst>
              <a:ext uri="{FF2B5EF4-FFF2-40B4-BE49-F238E27FC236}">
                <a16:creationId xmlns:a16="http://schemas.microsoft.com/office/drawing/2014/main" id="{C46C76CD-A00E-4A93-B473-B15A32526523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88E84614-A59C-44B5-93DD-EA830D9B6A8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5F8E7FD6-2063-43A4-BC9E-DAE3DCF75294}"/>
              </a:ext>
            </a:extLst>
          </p:cNvPr>
          <p:cNvSpPr/>
          <p:nvPr/>
        </p:nvSpPr>
        <p:spPr>
          <a:xfrm>
            <a:off x="9026456" y="341249"/>
            <a:ext cx="2807922" cy="1506602"/>
          </a:xfrm>
          <a:prstGeom prst="roundRect">
            <a:avLst>
              <a:gd name="adj" fmla="val 7827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0" name="Retângulo Arredondado 61">
            <a:extLst>
              <a:ext uri="{FF2B5EF4-FFF2-40B4-BE49-F238E27FC236}">
                <a16:creationId xmlns:a16="http://schemas.microsoft.com/office/drawing/2014/main" id="{9E11EE0E-F9E4-46F6-A8B2-F247FD3FAAED}"/>
              </a:ext>
            </a:extLst>
          </p:cNvPr>
          <p:cNvSpPr/>
          <p:nvPr/>
        </p:nvSpPr>
        <p:spPr>
          <a:xfrm>
            <a:off x="25948" y="3515028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m 43" descr="Ícone&#10;&#10;Descrição gerada automaticamente">
            <a:extLst>
              <a:ext uri="{FF2B5EF4-FFF2-40B4-BE49-F238E27FC236}">
                <a16:creationId xmlns:a16="http://schemas.microsoft.com/office/drawing/2014/main" id="{0FCA6A3F-0FDB-468A-8638-C485646326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45" name="Imagem 44" descr="Ícone&#10;&#10;Descrição gerada automaticamente">
            <a:extLst>
              <a:ext uri="{FF2B5EF4-FFF2-40B4-BE49-F238E27FC236}">
                <a16:creationId xmlns:a16="http://schemas.microsoft.com/office/drawing/2014/main" id="{DF711D14-2E23-431C-96B8-0CE4270191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62E505B9-2BFA-4D7F-B774-471487568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47" name="Imagem 46" descr="Ícone&#10;&#10;Descrição gerada automaticamente">
            <a:extLst>
              <a:ext uri="{FF2B5EF4-FFF2-40B4-BE49-F238E27FC236}">
                <a16:creationId xmlns:a16="http://schemas.microsoft.com/office/drawing/2014/main" id="{30853A18-6284-44FB-AC5D-C3650A7509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25969D40-4A50-4DF1-94E2-FD1A5D3536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7C7D7C9-845F-4D5C-86EB-FBFB60CEF691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4ADF8051-1D27-4D77-B2B9-0BE9118B256B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0BB5B02-65E0-44E9-84F1-C89683414AB1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51" name="Imagem 50" descr="Ícone&#10;&#10;Descrição gerada automaticamente">
            <a:extLst>
              <a:ext uri="{FF2B5EF4-FFF2-40B4-BE49-F238E27FC236}">
                <a16:creationId xmlns:a16="http://schemas.microsoft.com/office/drawing/2014/main" id="{19244009-B494-4DAF-AC4B-AA4774924D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52" name="Imagem 51" descr="Ícone&#10;&#10;Descrição gerada automaticamente">
            <a:extLst>
              <a:ext uri="{FF2B5EF4-FFF2-40B4-BE49-F238E27FC236}">
                <a16:creationId xmlns:a16="http://schemas.microsoft.com/office/drawing/2014/main" id="{D24608F1-9984-42D6-AC66-D3DA064A3BC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3E1CC221-04E0-4ED2-8B33-FFAF12B877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86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9C6A5E6-B97E-46CA-B57C-159F920EDB3C}"/>
              </a:ext>
            </a:extLst>
          </p:cNvPr>
          <p:cNvGrpSpPr/>
          <p:nvPr/>
        </p:nvGrpSpPr>
        <p:grpSpPr>
          <a:xfrm>
            <a:off x="4200525" y="808006"/>
            <a:ext cx="3434595" cy="5241988"/>
            <a:chOff x="8172450" y="533400"/>
            <a:chExt cx="3434595" cy="5241988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177339B-A71F-46F0-8975-ED53F9AFF07F}"/>
                </a:ext>
              </a:extLst>
            </p:cNvPr>
            <p:cNvSpPr/>
            <p:nvPr/>
          </p:nvSpPr>
          <p:spPr>
            <a:xfrm>
              <a:off x="8172450" y="533400"/>
              <a:ext cx="3434595" cy="5241988"/>
            </a:xfrm>
            <a:prstGeom prst="roundRect">
              <a:avLst>
                <a:gd name="adj" fmla="val 9020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396664E-14D2-4AFA-9994-562AC187D614}"/>
                </a:ext>
              </a:extLst>
            </p:cNvPr>
            <p:cNvSpPr/>
            <p:nvPr/>
          </p:nvSpPr>
          <p:spPr>
            <a:xfrm>
              <a:off x="8172450" y="1211122"/>
              <a:ext cx="3434595" cy="3886200"/>
            </a:xfrm>
            <a:prstGeom prst="rect">
              <a:avLst/>
            </a:prstGeom>
            <a:solidFill>
              <a:schemeClr val="bg2"/>
            </a:solidFill>
            <a:ln cap="sq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pt-BR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0E8C953-ECEC-4C96-BB71-D0ACB3771D0E}"/>
                </a:ext>
              </a:extLst>
            </p:cNvPr>
            <p:cNvSpPr/>
            <p:nvPr/>
          </p:nvSpPr>
          <p:spPr>
            <a:xfrm>
              <a:off x="8172450" y="4487721"/>
              <a:ext cx="3434595" cy="928253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>
                <a:solidFill>
                  <a:schemeClr val="lt1"/>
                </a:solidFill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13877FA-AF14-479E-84CF-6E65BE593752}"/>
                </a:ext>
              </a:extLst>
            </p:cNvPr>
            <p:cNvSpPr/>
            <p:nvPr/>
          </p:nvSpPr>
          <p:spPr>
            <a:xfrm>
              <a:off x="8172450" y="892186"/>
              <a:ext cx="3434595" cy="471336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331149"/>
      </p:ext>
    </p:extLst>
  </p:cSld>
  <p:clrMapOvr>
    <a:masterClrMapping/>
  </p:clrMapOvr>
</p:sld>
</file>

<file path=ppt/theme/theme1.xml><?xml version="1.0" encoding="utf-8"?>
<a:theme xmlns:a="http://schemas.openxmlformats.org/drawingml/2006/main" name="5_Tema do Office">
  <a:themeElements>
    <a:clrScheme name="WS 2 - SAC">
      <a:dk1>
        <a:srgbClr val="23132E"/>
      </a:dk1>
      <a:lt1>
        <a:srgbClr val="F6F1FB"/>
      </a:lt1>
      <a:dk2>
        <a:srgbClr val="9DA2B7"/>
      </a:dk2>
      <a:lt2>
        <a:srgbClr val="FFFFFF"/>
      </a:lt2>
      <a:accent1>
        <a:srgbClr val="6B32D9"/>
      </a:accent1>
      <a:accent2>
        <a:srgbClr val="25D498"/>
      </a:accent2>
      <a:accent3>
        <a:srgbClr val="30B1FE"/>
      </a:accent3>
      <a:accent4>
        <a:srgbClr val="FF8248"/>
      </a:accent4>
      <a:accent5>
        <a:srgbClr val="FC4B7C"/>
      </a:accent5>
      <a:accent6>
        <a:srgbClr val="FFBF11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5_Tema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creator>Mahmoud Serag</dc:creator>
  <cp:lastModifiedBy>Mahmoud Serag</cp:lastModifiedBy>
  <cp:revision>75</cp:revision>
  <dcterms:created xsi:type="dcterms:W3CDTF">2020-05-27T20:02:15Z</dcterms:created>
  <dcterms:modified xsi:type="dcterms:W3CDTF">2023-05-04T18:20:01Z</dcterms:modified>
</cp:coreProperties>
</file>